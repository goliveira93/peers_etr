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custDataLst>
    <p:tags r:id="rId7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4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AELLA CAROLLINE DE OLIVEIRA TRINDADE" initials="RCDOT" lastIdx="2" clrIdx="0">
    <p:extLst>
      <p:ext uri="{19B8F6BF-5375-455C-9EA6-DF929625EA0E}">
        <p15:presenceInfo xmlns:p15="http://schemas.microsoft.com/office/powerpoint/2012/main" userId="S-1-5-21-448539723-412668190-1644491937-165344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5483"/>
    <a:srgbClr val="431959"/>
    <a:srgbClr val="664479"/>
    <a:srgbClr val="441959"/>
    <a:srgbClr val="A38EAE"/>
    <a:srgbClr val="623F74"/>
    <a:srgbClr val="841096"/>
    <a:srgbClr val="33014A"/>
    <a:srgbClr val="3E0057"/>
    <a:srgbClr val="E4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273C3-D712-4F03-8FBA-5762F6528D56}" v="254" dt="2022-10-15T21:15:43.2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Estilo Claro 2 - Ênfase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510" autoAdjust="0"/>
  </p:normalViewPr>
  <p:slideViewPr>
    <p:cSldViewPr snapToGrid="0" showGuides="1">
      <p:cViewPr>
        <p:scale>
          <a:sx n="80" d="100"/>
          <a:sy n="80" d="100"/>
        </p:scale>
        <p:origin x="758" y="125"/>
      </p:cViewPr>
      <p:guideLst>
        <p:guide orient="horz" pos="528"/>
        <p:guide pos="4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11047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elo Brisac | ETRNTY" userId="f365320e-cdbc-4036-bdd7-da0eebba5f98" providerId="ADAL" clId="{B6D273C3-D712-4F03-8FBA-5762F6528D56}"/>
    <pc:docChg chg="undo custSel addSld delSld addMainMaster modMainMaster">
      <pc:chgData name="Marcelo Brisac | ETRNTY" userId="f365320e-cdbc-4036-bdd7-da0eebba5f98" providerId="ADAL" clId="{B6D273C3-D712-4F03-8FBA-5762F6528D56}" dt="2022-10-15T21:15:43.251" v="681" actId="120"/>
      <pc:docMkLst>
        <pc:docMk/>
      </pc:docMkLst>
      <pc:sldChg chg="del">
        <pc:chgData name="Marcelo Brisac | ETRNTY" userId="f365320e-cdbc-4036-bdd7-da0eebba5f98" providerId="ADAL" clId="{B6D273C3-D712-4F03-8FBA-5762F6528D56}" dt="2022-10-06T22:35:02.893" v="65" actId="47"/>
        <pc:sldMkLst>
          <pc:docMk/>
          <pc:sldMk cId="3825266658" sldId="564"/>
        </pc:sldMkLst>
      </pc:sldChg>
      <pc:sldChg chg="del">
        <pc:chgData name="Marcelo Brisac | ETRNTY" userId="f365320e-cdbc-4036-bdd7-da0eebba5f98" providerId="ADAL" clId="{B6D273C3-D712-4F03-8FBA-5762F6528D56}" dt="2022-10-06T22:35:03.440" v="66" actId="47"/>
        <pc:sldMkLst>
          <pc:docMk/>
          <pc:sldMk cId="856543965" sldId="580"/>
        </pc:sldMkLst>
      </pc:sldChg>
      <pc:sldChg chg="new del">
        <pc:chgData name="Marcelo Brisac | ETRNTY" userId="f365320e-cdbc-4036-bdd7-da0eebba5f98" providerId="ADAL" clId="{B6D273C3-D712-4F03-8FBA-5762F6528D56}" dt="2022-10-06T22:34:11.219" v="63" actId="2696"/>
        <pc:sldMkLst>
          <pc:docMk/>
          <pc:sldMk cId="1204986115" sldId="581"/>
        </pc:sldMkLst>
      </pc:sldChg>
      <pc:sldMasterChg chg="addSp delSp modSp mod modSldLayout sldLayoutOrd">
        <pc:chgData name="Marcelo Brisac | ETRNTY" userId="f365320e-cdbc-4036-bdd7-da0eebba5f98" providerId="ADAL" clId="{B6D273C3-D712-4F03-8FBA-5762F6528D56}" dt="2022-10-15T21:15:43.251" v="681" actId="120"/>
        <pc:sldMasterMkLst>
          <pc:docMk/>
          <pc:sldMasterMk cId="842852207" sldId="2147483648"/>
        </pc:sldMasterMkLst>
        <pc:spChg chg="add del mod">
          <ac:chgData name="Marcelo Brisac | ETRNTY" userId="f365320e-cdbc-4036-bdd7-da0eebba5f98" providerId="ADAL" clId="{B6D273C3-D712-4F03-8FBA-5762F6528D56}" dt="2022-10-15T19:12:23.535" v="600" actId="478"/>
          <ac:spMkLst>
            <pc:docMk/>
            <pc:sldMasterMk cId="842852207" sldId="2147483648"/>
            <ac:spMk id="3" creationId="{7A53BF42-D8CE-9649-D79E-CA64039A33FF}"/>
          </ac:spMkLst>
        </pc:spChg>
        <pc:spChg chg="add del mod">
          <ac:chgData name="Marcelo Brisac | ETRNTY" userId="f365320e-cdbc-4036-bdd7-da0eebba5f98" providerId="ADAL" clId="{B6D273C3-D712-4F03-8FBA-5762F6528D56}" dt="2022-10-15T19:12:29.113" v="601" actId="478"/>
          <ac:spMkLst>
            <pc:docMk/>
            <pc:sldMasterMk cId="842852207" sldId="2147483648"/>
            <ac:spMk id="4" creationId="{FFB45591-732B-585E-316D-54B51F64BB6A}"/>
          </ac:spMkLst>
        </pc:spChg>
        <pc:spChg chg="add del mod">
          <ac:chgData name="Marcelo Brisac | ETRNTY" userId="f365320e-cdbc-4036-bdd7-da0eebba5f98" providerId="ADAL" clId="{B6D273C3-D712-4F03-8FBA-5762F6528D56}" dt="2022-10-15T18:46:53.449" v="522" actId="478"/>
          <ac:spMkLst>
            <pc:docMk/>
            <pc:sldMasterMk cId="842852207" sldId="2147483648"/>
            <ac:spMk id="5" creationId="{90C5490D-BB63-F3CA-F411-6E4AEBBC8D6A}"/>
          </ac:spMkLst>
        </pc:spChg>
        <pc:spChg chg="add del mod">
          <ac:chgData name="Marcelo Brisac | ETRNTY" userId="f365320e-cdbc-4036-bdd7-da0eebba5f98" providerId="ADAL" clId="{B6D273C3-D712-4F03-8FBA-5762F6528D56}" dt="2022-10-15T18:46:56.952" v="523" actId="478"/>
          <ac:spMkLst>
            <pc:docMk/>
            <pc:sldMasterMk cId="842852207" sldId="2147483648"/>
            <ac:spMk id="6" creationId="{C4F8C6F3-FA99-39CA-A6A1-828CEEB7F0A4}"/>
          </ac:spMkLst>
        </pc:spChg>
        <pc:spChg chg="add del mod">
          <ac:chgData name="Marcelo Brisac | ETRNTY" userId="f365320e-cdbc-4036-bdd7-da0eebba5f98" providerId="ADAL" clId="{B6D273C3-D712-4F03-8FBA-5762F6528D56}" dt="2022-10-15T18:47:00.461" v="524" actId="478"/>
          <ac:spMkLst>
            <pc:docMk/>
            <pc:sldMasterMk cId="842852207" sldId="2147483648"/>
            <ac:spMk id="7" creationId="{7BA4E812-5D8B-C0EF-964D-AECE6CA1B957}"/>
          </ac:spMkLst>
        </pc:spChg>
        <pc:sldLayoutChg chg="addSp delSp modSp mod ord">
          <pc:chgData name="Marcelo Brisac | ETRNTY" userId="f365320e-cdbc-4036-bdd7-da0eebba5f98" providerId="ADAL" clId="{B6D273C3-D712-4F03-8FBA-5762F6528D56}" dt="2022-10-15T21:15:38.581" v="677" actId="120"/>
          <pc:sldLayoutMkLst>
            <pc:docMk/>
            <pc:sldMasterMk cId="842852207" sldId="2147483648"/>
            <pc:sldLayoutMk cId="2210977045" sldId="2147483663"/>
          </pc:sldLayoutMkLst>
          <pc:spChg chg="add del mod">
            <ac:chgData name="Marcelo Brisac | ETRNTY" userId="f365320e-cdbc-4036-bdd7-da0eebba5f98" providerId="ADAL" clId="{B6D273C3-D712-4F03-8FBA-5762F6528D56}" dt="2022-10-15T03:34:44.079" v="412" actId="478"/>
            <ac:spMkLst>
              <pc:docMk/>
              <pc:sldMasterMk cId="842852207" sldId="2147483648"/>
              <pc:sldLayoutMk cId="2210977045" sldId="2147483663"/>
              <ac:spMk id="2" creationId="{9830911B-70A6-FBDE-E317-BE0ACF12C45B}"/>
            </ac:spMkLst>
          </pc:spChg>
          <pc:spChg chg="add del mod">
            <ac:chgData name="Marcelo Brisac | ETRNTY" userId="f365320e-cdbc-4036-bdd7-da0eebba5f98" providerId="ADAL" clId="{B6D273C3-D712-4F03-8FBA-5762F6528D56}" dt="2022-10-15T19:13:16.114" v="604"/>
            <ac:spMkLst>
              <pc:docMk/>
              <pc:sldMasterMk cId="842852207" sldId="2147483648"/>
              <pc:sldLayoutMk cId="2210977045" sldId="2147483663"/>
              <ac:spMk id="2" creationId="{D4C2956F-31E3-7455-9A69-8EAD6232DE81}"/>
            </ac:spMkLst>
          </pc:spChg>
          <pc:spChg chg="add mod ord">
            <ac:chgData name="Marcelo Brisac | ETRNTY" userId="f365320e-cdbc-4036-bdd7-da0eebba5f98" providerId="ADAL" clId="{B6D273C3-D712-4F03-8FBA-5762F6528D56}" dt="2022-10-15T21:15:38.581" v="677" actId="120"/>
            <ac:spMkLst>
              <pc:docMk/>
              <pc:sldMasterMk cId="842852207" sldId="2147483648"/>
              <pc:sldLayoutMk cId="2210977045" sldId="2147483663"/>
              <ac:spMk id="3" creationId="{28E90BDB-D8AD-791E-EEF4-D38B866F43E0}"/>
            </ac:spMkLst>
          </pc:spChg>
          <pc:spChg chg="add del mod">
            <ac:chgData name="Marcelo Brisac | ETRNTY" userId="f365320e-cdbc-4036-bdd7-da0eebba5f98" providerId="ADAL" clId="{B6D273C3-D712-4F03-8FBA-5762F6528D56}" dt="2022-10-15T03:49:12.491" v="484" actId="478"/>
            <ac:spMkLst>
              <pc:docMk/>
              <pc:sldMasterMk cId="842852207" sldId="2147483648"/>
              <pc:sldLayoutMk cId="2210977045" sldId="2147483663"/>
              <ac:spMk id="3" creationId="{892CF422-6324-8F49-5B71-6E29DAD9D073}"/>
            </ac:spMkLst>
          </pc:spChg>
          <pc:spChg chg="add mod">
            <ac:chgData name="Marcelo Brisac | ETRNTY" userId="f365320e-cdbc-4036-bdd7-da0eebba5f98" providerId="ADAL" clId="{B6D273C3-D712-4F03-8FBA-5762F6528D56}" dt="2022-10-15T03:29:21.845" v="388"/>
            <ac:spMkLst>
              <pc:docMk/>
              <pc:sldMasterMk cId="842852207" sldId="2147483648"/>
              <pc:sldLayoutMk cId="2210977045" sldId="2147483663"/>
              <ac:spMk id="4" creationId="{FF7A799B-93CA-6EFF-519A-0C489163AC3F}"/>
            </ac:spMkLst>
          </pc:spChg>
          <pc:spChg chg="add del mod">
            <ac:chgData name="Marcelo Brisac | ETRNTY" userId="f365320e-cdbc-4036-bdd7-da0eebba5f98" providerId="ADAL" clId="{B6D273C3-D712-4F03-8FBA-5762F6528D56}" dt="2022-10-15T03:38:18.681" v="431" actId="478"/>
            <ac:spMkLst>
              <pc:docMk/>
              <pc:sldMasterMk cId="842852207" sldId="2147483648"/>
              <pc:sldLayoutMk cId="2210977045" sldId="2147483663"/>
              <ac:spMk id="5" creationId="{54BCF1FE-89F0-7D8D-8FF9-95F0ED325E86}"/>
            </ac:spMkLst>
          </pc:spChg>
          <pc:spChg chg="add mod">
            <ac:chgData name="Marcelo Brisac | ETRNTY" userId="f365320e-cdbc-4036-bdd7-da0eebba5f98" providerId="ADAL" clId="{B6D273C3-D712-4F03-8FBA-5762F6528D56}" dt="2022-10-15T03:29:21.845" v="388"/>
            <ac:spMkLst>
              <pc:docMk/>
              <pc:sldMasterMk cId="842852207" sldId="2147483648"/>
              <pc:sldLayoutMk cId="2210977045" sldId="2147483663"/>
              <ac:spMk id="6" creationId="{CE583659-639A-CD54-EEA4-DB6BB578B316}"/>
            </ac:spMkLst>
          </pc:spChg>
          <pc:spChg chg="add mod">
            <ac:chgData name="Marcelo Brisac | ETRNTY" userId="f365320e-cdbc-4036-bdd7-da0eebba5f98" providerId="ADAL" clId="{B6D273C3-D712-4F03-8FBA-5762F6528D56}" dt="2022-10-15T03:47:01.895" v="476" actId="1076"/>
            <ac:spMkLst>
              <pc:docMk/>
              <pc:sldMasterMk cId="842852207" sldId="2147483648"/>
              <pc:sldLayoutMk cId="2210977045" sldId="2147483663"/>
              <ac:spMk id="7" creationId="{7EFC1697-42AA-3401-07B0-599FBFA48DBB}"/>
            </ac:spMkLst>
          </pc:spChg>
          <pc:spChg chg="add mod">
            <ac:chgData name="Marcelo Brisac | ETRNTY" userId="f365320e-cdbc-4036-bdd7-da0eebba5f98" providerId="ADAL" clId="{B6D273C3-D712-4F03-8FBA-5762F6528D56}" dt="2022-10-15T03:29:21.845" v="388"/>
            <ac:spMkLst>
              <pc:docMk/>
              <pc:sldMasterMk cId="842852207" sldId="2147483648"/>
              <pc:sldLayoutMk cId="2210977045" sldId="2147483663"/>
              <ac:spMk id="8" creationId="{07FBBD72-4D71-C4D1-7E43-43A7985C00F5}"/>
            </ac:spMkLst>
          </pc:spChg>
          <pc:spChg chg="add mod">
            <ac:chgData name="Marcelo Brisac | ETRNTY" userId="f365320e-cdbc-4036-bdd7-da0eebba5f98" providerId="ADAL" clId="{B6D273C3-D712-4F03-8FBA-5762F6528D56}" dt="2022-10-15T03:29:21.845" v="388"/>
            <ac:spMkLst>
              <pc:docMk/>
              <pc:sldMasterMk cId="842852207" sldId="2147483648"/>
              <pc:sldLayoutMk cId="2210977045" sldId="2147483663"/>
              <ac:spMk id="10" creationId="{9AD9F498-CF6E-B024-CE3D-02BCA3A572BC}"/>
            </ac:spMkLst>
          </pc:spChg>
          <pc:spChg chg="add del mod ord">
            <ac:chgData name="Marcelo Brisac | ETRNTY" userId="f365320e-cdbc-4036-bdd7-da0eebba5f98" providerId="ADAL" clId="{B6D273C3-D712-4F03-8FBA-5762F6528D56}" dt="2022-10-15T03:46:00.882" v="469" actId="478"/>
            <ac:spMkLst>
              <pc:docMk/>
              <pc:sldMasterMk cId="842852207" sldId="2147483648"/>
              <pc:sldLayoutMk cId="2210977045" sldId="2147483663"/>
              <ac:spMk id="11" creationId="{697B617A-1B12-8D56-AFA7-C5B47ADC4CAC}"/>
            </ac:spMkLst>
          </pc:spChg>
          <pc:spChg chg="add del mod">
            <ac:chgData name="Marcelo Brisac | ETRNTY" userId="f365320e-cdbc-4036-bdd7-da0eebba5f98" providerId="ADAL" clId="{B6D273C3-D712-4F03-8FBA-5762F6528D56}" dt="2022-10-15T03:46:24.842" v="472" actId="478"/>
            <ac:spMkLst>
              <pc:docMk/>
              <pc:sldMasterMk cId="842852207" sldId="2147483648"/>
              <pc:sldLayoutMk cId="2210977045" sldId="2147483663"/>
              <ac:spMk id="12" creationId="{BB2C9A17-E9C7-98FC-A066-6D9965EB9F6F}"/>
            </ac:spMkLst>
          </pc:spChg>
          <pc:spChg chg="add del mod">
            <ac:chgData name="Marcelo Brisac | ETRNTY" userId="f365320e-cdbc-4036-bdd7-da0eebba5f98" providerId="ADAL" clId="{B6D273C3-D712-4F03-8FBA-5762F6528D56}" dt="2022-10-15T03:43:01.720" v="450" actId="478"/>
            <ac:spMkLst>
              <pc:docMk/>
              <pc:sldMasterMk cId="842852207" sldId="2147483648"/>
              <pc:sldLayoutMk cId="2210977045" sldId="2147483663"/>
              <ac:spMk id="15" creationId="{B9D1394E-D192-C5D6-332B-07AE43E60305}"/>
            </ac:spMkLst>
          </pc:spChg>
          <pc:spChg chg="add del">
            <ac:chgData name="Marcelo Brisac | ETRNTY" userId="f365320e-cdbc-4036-bdd7-da0eebba5f98" providerId="ADAL" clId="{B6D273C3-D712-4F03-8FBA-5762F6528D56}" dt="2022-10-15T03:30:43.774" v="391" actId="11529"/>
            <ac:spMkLst>
              <pc:docMk/>
              <pc:sldMasterMk cId="842852207" sldId="2147483648"/>
              <pc:sldLayoutMk cId="2210977045" sldId="2147483663"/>
              <ac:spMk id="16" creationId="{455ACD29-B68F-BD73-89D3-4510AEDE2252}"/>
            </ac:spMkLst>
          </pc:spChg>
          <pc:spChg chg="add del mod">
            <ac:chgData name="Marcelo Brisac | ETRNTY" userId="f365320e-cdbc-4036-bdd7-da0eebba5f98" providerId="ADAL" clId="{B6D273C3-D712-4F03-8FBA-5762F6528D56}" dt="2022-10-15T03:30:58.826" v="393" actId="478"/>
            <ac:spMkLst>
              <pc:docMk/>
              <pc:sldMasterMk cId="842852207" sldId="2147483648"/>
              <pc:sldLayoutMk cId="2210977045" sldId="2147483663"/>
              <ac:spMk id="17" creationId="{3EDD8152-0332-0FC1-B6FC-2742D07845AD}"/>
            </ac:spMkLst>
          </pc:spChg>
          <pc:spChg chg="add del mod ord">
            <ac:chgData name="Marcelo Brisac | ETRNTY" userId="f365320e-cdbc-4036-bdd7-da0eebba5f98" providerId="ADAL" clId="{B6D273C3-D712-4F03-8FBA-5762F6528D56}" dt="2022-10-15T19:13:16.531" v="605"/>
            <ac:spMkLst>
              <pc:docMk/>
              <pc:sldMasterMk cId="842852207" sldId="2147483648"/>
              <pc:sldLayoutMk cId="2210977045" sldId="2147483663"/>
              <ac:spMk id="18" creationId="{62E3406C-D65D-E597-138E-B4FDC2D9DEB4}"/>
            </ac:spMkLst>
          </pc:spChg>
          <pc:spChg chg="add mod ord">
            <ac:chgData name="Marcelo Brisac | ETRNTY" userId="f365320e-cdbc-4036-bdd7-da0eebba5f98" providerId="ADAL" clId="{B6D273C3-D712-4F03-8FBA-5762F6528D56}" dt="2022-10-15T03:38:34.147" v="434" actId="20577"/>
            <ac:spMkLst>
              <pc:docMk/>
              <pc:sldMasterMk cId="842852207" sldId="2147483648"/>
              <pc:sldLayoutMk cId="2210977045" sldId="2147483663"/>
              <ac:spMk id="19" creationId="{8BDE1F9D-1F65-0DA8-B671-75DBB76BE4A3}"/>
            </ac:spMkLst>
          </pc:spChg>
          <pc:spChg chg="add del">
            <ac:chgData name="Marcelo Brisac | ETRNTY" userId="f365320e-cdbc-4036-bdd7-da0eebba5f98" providerId="ADAL" clId="{B6D273C3-D712-4F03-8FBA-5762F6528D56}" dt="2022-10-15T03:40:26.198" v="436" actId="11529"/>
            <ac:spMkLst>
              <pc:docMk/>
              <pc:sldMasterMk cId="842852207" sldId="2147483648"/>
              <pc:sldLayoutMk cId="2210977045" sldId="2147483663"/>
              <ac:spMk id="20" creationId="{E3907B15-22BC-A183-747D-DDBD9566F9A1}"/>
            </ac:spMkLst>
          </pc:spChg>
          <pc:spChg chg="add del mod ord">
            <ac:chgData name="Marcelo Brisac | ETRNTY" userId="f365320e-cdbc-4036-bdd7-da0eebba5f98" providerId="ADAL" clId="{B6D273C3-D712-4F03-8FBA-5762F6528D56}" dt="2022-10-15T03:42:52.726" v="448" actId="167"/>
            <ac:spMkLst>
              <pc:docMk/>
              <pc:sldMasterMk cId="842852207" sldId="2147483648"/>
              <pc:sldLayoutMk cId="2210977045" sldId="2147483663"/>
              <ac:spMk id="21" creationId="{E6F8B3D8-8F6F-7973-07F0-B92C87A92818}"/>
            </ac:spMkLst>
          </pc:spChg>
          <pc:spChg chg="add del mod ord">
            <ac:chgData name="Marcelo Brisac | ETRNTY" userId="f365320e-cdbc-4036-bdd7-da0eebba5f98" providerId="ADAL" clId="{B6D273C3-D712-4F03-8FBA-5762F6528D56}" dt="2022-10-15T03:46:17.571" v="471" actId="1076"/>
            <ac:spMkLst>
              <pc:docMk/>
              <pc:sldMasterMk cId="842852207" sldId="2147483648"/>
              <pc:sldLayoutMk cId="2210977045" sldId="2147483663"/>
              <ac:spMk id="22" creationId="{D2746A9F-C52C-A54F-0AB1-3A2B6B1EC21F}"/>
            </ac:spMkLst>
          </pc:spChg>
          <pc:spChg chg="add mod">
            <ac:chgData name="Marcelo Brisac | ETRNTY" userId="f365320e-cdbc-4036-bdd7-da0eebba5f98" providerId="ADAL" clId="{B6D273C3-D712-4F03-8FBA-5762F6528D56}" dt="2022-10-15T03:46:36.431" v="474" actId="1076"/>
            <ac:spMkLst>
              <pc:docMk/>
              <pc:sldMasterMk cId="842852207" sldId="2147483648"/>
              <pc:sldLayoutMk cId="2210977045" sldId="2147483663"/>
              <ac:spMk id="23" creationId="{14E8D66C-7E64-008C-8A03-5B4022CCCAA4}"/>
            </ac:spMkLst>
          </pc:spChg>
          <pc:spChg chg="add del mod ord">
            <ac:chgData name="Marcelo Brisac | ETRNTY" userId="f365320e-cdbc-4036-bdd7-da0eebba5f98" providerId="ADAL" clId="{B6D273C3-D712-4F03-8FBA-5762F6528D56}" dt="2022-10-15T19:27:40.701" v="644" actId="478"/>
            <ac:spMkLst>
              <pc:docMk/>
              <pc:sldMasterMk cId="842852207" sldId="2147483648"/>
              <pc:sldLayoutMk cId="2210977045" sldId="2147483663"/>
              <ac:spMk id="24" creationId="{1D79335E-1583-0F33-5EE3-C5C22000E5AE}"/>
            </ac:spMkLst>
          </pc:spChg>
          <pc:graphicFrameChg chg="add mod">
            <ac:chgData name="Marcelo Brisac | ETRNTY" userId="f365320e-cdbc-4036-bdd7-da0eebba5f98" providerId="ADAL" clId="{B6D273C3-D712-4F03-8FBA-5762F6528D56}" dt="2022-10-15T03:29:41.388" v="389" actId="478"/>
            <ac:graphicFrameMkLst>
              <pc:docMk/>
              <pc:sldMasterMk cId="842852207" sldId="2147483648"/>
              <pc:sldLayoutMk cId="2210977045" sldId="2147483663"/>
              <ac:graphicFrameMk id="13" creationId="{C73C2154-B9D5-43A7-8435-0CEF086D753F}"/>
            </ac:graphicFrameMkLst>
          </pc:graphicFrameChg>
          <pc:picChg chg="add del mod ord">
            <ac:chgData name="Marcelo Brisac | ETRNTY" userId="f365320e-cdbc-4036-bdd7-da0eebba5f98" providerId="ADAL" clId="{B6D273C3-D712-4F03-8FBA-5762F6528D56}" dt="2022-10-15T03:42:55.305" v="449" actId="478"/>
            <ac:picMkLst>
              <pc:docMk/>
              <pc:sldMasterMk cId="842852207" sldId="2147483648"/>
              <pc:sldLayoutMk cId="2210977045" sldId="2147483663"/>
              <ac:picMk id="14" creationId="{38C3C2AE-9019-33C3-FB0C-135D665B9F0B}"/>
            </ac:picMkLst>
          </pc:picChg>
          <pc:cxnChg chg="add mod">
            <ac:chgData name="Marcelo Brisac | ETRNTY" userId="f365320e-cdbc-4036-bdd7-da0eebba5f98" providerId="ADAL" clId="{B6D273C3-D712-4F03-8FBA-5762F6528D56}" dt="2022-10-15T03:29:21.845" v="388"/>
            <ac:cxnSpMkLst>
              <pc:docMk/>
              <pc:sldMasterMk cId="842852207" sldId="2147483648"/>
              <pc:sldLayoutMk cId="2210977045" sldId="2147483663"/>
              <ac:cxnSpMk id="9" creationId="{896CB4A1-230F-475A-FB3D-A9CE2D4C1C9A}"/>
            </ac:cxnSpMkLst>
          </pc:cxnChg>
        </pc:sldLayoutChg>
        <pc:sldLayoutChg chg="addSp delSp modSp mod ord">
          <pc:chgData name="Marcelo Brisac | ETRNTY" userId="f365320e-cdbc-4036-bdd7-da0eebba5f98" providerId="ADAL" clId="{B6D273C3-D712-4F03-8FBA-5762F6528D56}" dt="2022-10-15T21:14:24.772" v="669" actId="20578"/>
          <pc:sldLayoutMkLst>
            <pc:docMk/>
            <pc:sldMasterMk cId="842852207" sldId="2147483648"/>
            <pc:sldLayoutMk cId="732386883" sldId="2147483712"/>
          </pc:sldLayoutMkLst>
          <pc:spChg chg="add del">
            <ac:chgData name="Marcelo Brisac | ETRNTY" userId="f365320e-cdbc-4036-bdd7-da0eebba5f98" providerId="ADAL" clId="{B6D273C3-D712-4F03-8FBA-5762F6528D56}" dt="2022-10-15T18:44:45.548" v="515" actId="11529"/>
            <ac:spMkLst>
              <pc:docMk/>
              <pc:sldMasterMk cId="842852207" sldId="2147483648"/>
              <pc:sldLayoutMk cId="732386883" sldId="2147483712"/>
              <ac:spMk id="2" creationId="{BA3F3928-DAA6-3FA1-A0CD-14B5070E7E72}"/>
            </ac:spMkLst>
          </pc:spChg>
          <pc:spChg chg="add del mod">
            <ac:chgData name="Marcelo Brisac | ETRNTY" userId="f365320e-cdbc-4036-bdd7-da0eebba5f98" providerId="ADAL" clId="{B6D273C3-D712-4F03-8FBA-5762F6528D56}" dt="2022-10-15T18:44:45.548" v="515" actId="11529"/>
            <ac:spMkLst>
              <pc:docMk/>
              <pc:sldMasterMk cId="842852207" sldId="2147483648"/>
              <pc:sldLayoutMk cId="732386883" sldId="2147483712"/>
              <ac:spMk id="5" creationId="{42C106AC-7086-26E9-88F3-88B90331D706}"/>
            </ac:spMkLst>
          </pc:spChg>
          <pc:spChg chg="add del">
            <ac:chgData name="Marcelo Brisac | ETRNTY" userId="f365320e-cdbc-4036-bdd7-da0eebba5f98" providerId="ADAL" clId="{B6D273C3-D712-4F03-8FBA-5762F6528D56}" dt="2022-10-15T18:44:58.292" v="518" actId="11529"/>
            <ac:spMkLst>
              <pc:docMk/>
              <pc:sldMasterMk cId="842852207" sldId="2147483648"/>
              <pc:sldLayoutMk cId="732386883" sldId="2147483712"/>
              <ac:spMk id="6" creationId="{45F7516E-8EC0-C3C7-225C-D5FF6DC999BB}"/>
            </ac:spMkLst>
          </pc:spChg>
          <pc:spChg chg="add del mod">
            <ac:chgData name="Marcelo Brisac | ETRNTY" userId="f365320e-cdbc-4036-bdd7-da0eebba5f98" providerId="ADAL" clId="{B6D273C3-D712-4F03-8FBA-5762F6528D56}" dt="2022-10-15T18:45:05.904" v="519" actId="478"/>
            <ac:spMkLst>
              <pc:docMk/>
              <pc:sldMasterMk cId="842852207" sldId="2147483648"/>
              <pc:sldLayoutMk cId="732386883" sldId="2147483712"/>
              <ac:spMk id="7" creationId="{17F54138-B295-3CCA-66D5-F63AF6F09BD3}"/>
            </ac:spMkLst>
          </pc:spChg>
          <pc:picChg chg="del">
            <ac:chgData name="Marcelo Brisac | ETRNTY" userId="f365320e-cdbc-4036-bdd7-da0eebba5f98" providerId="ADAL" clId="{B6D273C3-D712-4F03-8FBA-5762F6528D56}" dt="2022-10-15T18:42:12.558" v="504" actId="478"/>
            <ac:picMkLst>
              <pc:docMk/>
              <pc:sldMasterMk cId="842852207" sldId="2147483648"/>
              <pc:sldLayoutMk cId="732386883" sldId="2147483712"/>
              <ac:picMk id="3" creationId="{55B640FD-E0F1-41CA-9E83-CFEE4AAD8A86}"/>
            </ac:picMkLst>
          </pc:picChg>
        </pc:sldLayoutChg>
        <pc:sldLayoutChg chg="addSp delSp modSp mod ord">
          <pc:chgData name="Marcelo Brisac | ETRNTY" userId="f365320e-cdbc-4036-bdd7-da0eebba5f98" providerId="ADAL" clId="{B6D273C3-D712-4F03-8FBA-5762F6528D56}" dt="2022-10-15T03:23:40.808" v="385" actId="14100"/>
          <pc:sldLayoutMkLst>
            <pc:docMk/>
            <pc:sldMasterMk cId="842852207" sldId="2147483648"/>
            <pc:sldLayoutMk cId="2014931250" sldId="2147483718"/>
          </pc:sldLayoutMkLst>
          <pc:spChg chg="add del">
            <ac:chgData name="Marcelo Brisac | ETRNTY" userId="f365320e-cdbc-4036-bdd7-da0eebba5f98" providerId="ADAL" clId="{B6D273C3-D712-4F03-8FBA-5762F6528D56}" dt="2022-10-06T23:17:25.972" v="320" actId="11529"/>
            <ac:spMkLst>
              <pc:docMk/>
              <pc:sldMasterMk cId="842852207" sldId="2147483648"/>
              <pc:sldLayoutMk cId="2014931250" sldId="2147483718"/>
              <ac:spMk id="2" creationId="{10A549C5-8CD6-D891-51E5-39BD8279DA57}"/>
            </ac:spMkLst>
          </pc:spChg>
          <pc:spChg chg="add del">
            <ac:chgData name="Marcelo Brisac | ETRNTY" userId="f365320e-cdbc-4036-bdd7-da0eebba5f98" providerId="ADAL" clId="{B6D273C3-D712-4F03-8FBA-5762F6528D56}" dt="2022-10-06T23:31:58.506" v="370" actId="11529"/>
            <ac:spMkLst>
              <pc:docMk/>
              <pc:sldMasterMk cId="842852207" sldId="2147483648"/>
              <pc:sldLayoutMk cId="2014931250" sldId="2147483718"/>
              <ac:spMk id="2" creationId="{33ADDCFE-4D7E-815D-0976-D914B726A8A7}"/>
            </ac:spMkLst>
          </pc:spChg>
          <pc:spChg chg="add del">
            <ac:chgData name="Marcelo Brisac | ETRNTY" userId="f365320e-cdbc-4036-bdd7-da0eebba5f98" providerId="ADAL" clId="{B6D273C3-D712-4F03-8FBA-5762F6528D56}" dt="2022-10-06T23:37:23.329" v="377" actId="11529"/>
            <ac:spMkLst>
              <pc:docMk/>
              <pc:sldMasterMk cId="842852207" sldId="2147483648"/>
              <pc:sldLayoutMk cId="2014931250" sldId="2147483718"/>
              <ac:spMk id="2" creationId="{7254A5DF-580D-0801-2167-A2EDA2F8E2AB}"/>
            </ac:spMkLst>
          </pc:spChg>
          <pc:spChg chg="add del mod">
            <ac:chgData name="Marcelo Brisac | ETRNTY" userId="f365320e-cdbc-4036-bdd7-da0eebba5f98" providerId="ADAL" clId="{B6D273C3-D712-4F03-8FBA-5762F6528D56}" dt="2022-10-06T22:42:46.841" v="70" actId="478"/>
            <ac:spMkLst>
              <pc:docMk/>
              <pc:sldMasterMk cId="842852207" sldId="2147483648"/>
              <pc:sldLayoutMk cId="2014931250" sldId="2147483718"/>
              <ac:spMk id="2" creationId="{A9DAEDDD-D8E6-D700-19E3-B329C8D16704}"/>
            </ac:spMkLst>
          </pc:spChg>
          <pc:spChg chg="add del">
            <ac:chgData name="Marcelo Brisac | ETRNTY" userId="f365320e-cdbc-4036-bdd7-da0eebba5f98" providerId="ADAL" clId="{B6D273C3-D712-4F03-8FBA-5762F6528D56}" dt="2022-10-06T23:12:12.305" v="248" actId="11529"/>
            <ac:spMkLst>
              <pc:docMk/>
              <pc:sldMasterMk cId="842852207" sldId="2147483648"/>
              <pc:sldLayoutMk cId="2014931250" sldId="2147483718"/>
              <ac:spMk id="2" creationId="{DA7157C2-C98A-1061-5D74-B796C03F6957}"/>
            </ac:spMkLst>
          </pc:spChg>
          <pc:spChg chg="add del">
            <ac:chgData name="Marcelo Brisac | ETRNTY" userId="f365320e-cdbc-4036-bdd7-da0eebba5f98" providerId="ADAL" clId="{B6D273C3-D712-4F03-8FBA-5762F6528D56}" dt="2022-10-06T22:28:36.845" v="2" actId="478"/>
            <ac:spMkLst>
              <pc:docMk/>
              <pc:sldMasterMk cId="842852207" sldId="2147483648"/>
              <pc:sldLayoutMk cId="2014931250" sldId="2147483718"/>
              <ac:spMk id="2" creationId="{FCC00F8D-9ABE-2DF4-38A2-3ADBFA2880AA}"/>
            </ac:spMkLst>
          </pc:spChg>
          <pc:spChg chg="add mod">
            <ac:chgData name="Marcelo Brisac | ETRNTY" userId="f365320e-cdbc-4036-bdd7-da0eebba5f98" providerId="ADAL" clId="{B6D273C3-D712-4F03-8FBA-5762F6528D56}" dt="2022-10-06T22:51:21.797" v="109" actId="1076"/>
            <ac:spMkLst>
              <pc:docMk/>
              <pc:sldMasterMk cId="842852207" sldId="2147483648"/>
              <pc:sldLayoutMk cId="2014931250" sldId="2147483718"/>
              <ac:spMk id="3" creationId="{024C4020-F4FB-1E64-7ED2-EA6AB5159DF9}"/>
            </ac:spMkLst>
          </pc:spChg>
          <pc:spChg chg="add del mod">
            <ac:chgData name="Marcelo Brisac | ETRNTY" userId="f365320e-cdbc-4036-bdd7-da0eebba5f98" providerId="ADAL" clId="{B6D273C3-D712-4F03-8FBA-5762F6528D56}" dt="2022-10-06T22:33:12.108" v="60" actId="478"/>
            <ac:spMkLst>
              <pc:docMk/>
              <pc:sldMasterMk cId="842852207" sldId="2147483648"/>
              <pc:sldLayoutMk cId="2014931250" sldId="2147483718"/>
              <ac:spMk id="3" creationId="{16ABF299-3B8B-78F8-3742-3C90298AFFA2}"/>
            </ac:spMkLst>
          </pc:spChg>
          <pc:spChg chg="add del mod">
            <ac:chgData name="Marcelo Brisac | ETRNTY" userId="f365320e-cdbc-4036-bdd7-da0eebba5f98" providerId="ADAL" clId="{B6D273C3-D712-4F03-8FBA-5762F6528D56}" dt="2022-10-06T23:13:06.493" v="277" actId="478"/>
            <ac:spMkLst>
              <pc:docMk/>
              <pc:sldMasterMk cId="842852207" sldId="2147483648"/>
              <pc:sldLayoutMk cId="2014931250" sldId="2147483718"/>
              <ac:spMk id="4" creationId="{429C7F8D-A0CF-D33E-65C5-DEADEE8EF456}"/>
            </ac:spMkLst>
          </pc:spChg>
          <pc:spChg chg="add del mod">
            <ac:chgData name="Marcelo Brisac | ETRNTY" userId="f365320e-cdbc-4036-bdd7-da0eebba5f98" providerId="ADAL" clId="{B6D273C3-D712-4F03-8FBA-5762F6528D56}" dt="2022-10-06T22:33:12.108" v="60" actId="478"/>
            <ac:spMkLst>
              <pc:docMk/>
              <pc:sldMasterMk cId="842852207" sldId="2147483648"/>
              <pc:sldLayoutMk cId="2014931250" sldId="2147483718"/>
              <ac:spMk id="4" creationId="{4D717A66-4872-4398-7FC4-60CEEB3CEBAE}"/>
            </ac:spMkLst>
          </pc:spChg>
          <pc:spChg chg="add del">
            <ac:chgData name="Marcelo Brisac | ETRNTY" userId="f365320e-cdbc-4036-bdd7-da0eebba5f98" providerId="ADAL" clId="{B6D273C3-D712-4F03-8FBA-5762F6528D56}" dt="2022-10-06T22:51:53.081" v="110" actId="11529"/>
            <ac:spMkLst>
              <pc:docMk/>
              <pc:sldMasterMk cId="842852207" sldId="2147483648"/>
              <pc:sldLayoutMk cId="2014931250" sldId="2147483718"/>
              <ac:spMk id="4" creationId="{9B01F1CD-EA0F-7B9A-85B5-A670E743357F}"/>
            </ac:spMkLst>
          </pc:spChg>
          <pc:spChg chg="add mod">
            <ac:chgData name="Marcelo Brisac | ETRNTY" userId="f365320e-cdbc-4036-bdd7-da0eebba5f98" providerId="ADAL" clId="{B6D273C3-D712-4F03-8FBA-5762F6528D56}" dt="2022-10-06T23:27:31.386" v="359" actId="1076"/>
            <ac:spMkLst>
              <pc:docMk/>
              <pc:sldMasterMk cId="842852207" sldId="2147483648"/>
              <pc:sldLayoutMk cId="2014931250" sldId="2147483718"/>
              <ac:spMk id="4" creationId="{FCA7802F-0D7A-A3B1-5ACE-936D9A30293B}"/>
            </ac:spMkLst>
          </pc:spChg>
          <pc:spChg chg="add mod">
            <ac:chgData name="Marcelo Brisac | ETRNTY" userId="f365320e-cdbc-4036-bdd7-da0eebba5f98" providerId="ADAL" clId="{B6D273C3-D712-4F03-8FBA-5762F6528D56}" dt="2022-10-06T23:40:04.619" v="384" actId="3064"/>
            <ac:spMkLst>
              <pc:docMk/>
              <pc:sldMasterMk cId="842852207" sldId="2147483648"/>
              <pc:sldLayoutMk cId="2014931250" sldId="2147483718"/>
              <ac:spMk id="5" creationId="{57EC10C1-436D-C6DF-658B-F73B7BCEA189}"/>
            </ac:spMkLst>
          </pc:spChg>
          <pc:spChg chg="add del mod">
            <ac:chgData name="Marcelo Brisac | ETRNTY" userId="f365320e-cdbc-4036-bdd7-da0eebba5f98" providerId="ADAL" clId="{B6D273C3-D712-4F03-8FBA-5762F6528D56}" dt="2022-10-06T22:33:12.108" v="60" actId="478"/>
            <ac:spMkLst>
              <pc:docMk/>
              <pc:sldMasterMk cId="842852207" sldId="2147483648"/>
              <pc:sldLayoutMk cId="2014931250" sldId="2147483718"/>
              <ac:spMk id="5" creationId="{6A49147A-925B-707B-5C19-FC50D5A3E042}"/>
            </ac:spMkLst>
          </pc:spChg>
          <pc:spChg chg="add del mod">
            <ac:chgData name="Marcelo Brisac | ETRNTY" userId="f365320e-cdbc-4036-bdd7-da0eebba5f98" providerId="ADAL" clId="{B6D273C3-D712-4F03-8FBA-5762F6528D56}" dt="2022-10-06T22:52:03.057" v="111" actId="478"/>
            <ac:spMkLst>
              <pc:docMk/>
              <pc:sldMasterMk cId="842852207" sldId="2147483648"/>
              <pc:sldLayoutMk cId="2014931250" sldId="2147483718"/>
              <ac:spMk id="5" creationId="{A488E3B5-6199-E1E7-6D12-F3DDF6001FD6}"/>
            </ac:spMkLst>
          </pc:spChg>
          <pc:spChg chg="add del">
            <ac:chgData name="Marcelo Brisac | ETRNTY" userId="f365320e-cdbc-4036-bdd7-da0eebba5f98" providerId="ADAL" clId="{B6D273C3-D712-4F03-8FBA-5762F6528D56}" dt="2022-10-06T23:13:36.173" v="278" actId="11529"/>
            <ac:spMkLst>
              <pc:docMk/>
              <pc:sldMasterMk cId="842852207" sldId="2147483648"/>
              <pc:sldLayoutMk cId="2014931250" sldId="2147483718"/>
              <ac:spMk id="5" creationId="{B423412B-BC34-4389-BD80-93079608E99C}"/>
            </ac:spMkLst>
          </pc:spChg>
          <pc:spChg chg="add del">
            <ac:chgData name="Marcelo Brisac | ETRNTY" userId="f365320e-cdbc-4036-bdd7-da0eebba5f98" providerId="ADAL" clId="{B6D273C3-D712-4F03-8FBA-5762F6528D56}" dt="2022-10-06T23:17:52.491" v="328" actId="11529"/>
            <ac:spMkLst>
              <pc:docMk/>
              <pc:sldMasterMk cId="842852207" sldId="2147483648"/>
              <pc:sldLayoutMk cId="2014931250" sldId="2147483718"/>
              <ac:spMk id="5" creationId="{B4B78023-FA9F-BE79-2D9F-71F9DD2B89DC}"/>
            </ac:spMkLst>
          </pc:spChg>
          <pc:spChg chg="add del mod">
            <ac:chgData name="Marcelo Brisac | ETRNTY" userId="f365320e-cdbc-4036-bdd7-da0eebba5f98" providerId="ADAL" clId="{B6D273C3-D712-4F03-8FBA-5762F6528D56}" dt="2022-10-06T23:32:01.535" v="371" actId="478"/>
            <ac:spMkLst>
              <pc:docMk/>
              <pc:sldMasterMk cId="842852207" sldId="2147483648"/>
              <pc:sldLayoutMk cId="2014931250" sldId="2147483718"/>
              <ac:spMk id="5" creationId="{C795FD40-C847-D35F-EB78-DD0B3D85740F}"/>
            </ac:spMkLst>
          </pc:spChg>
          <pc:spChg chg="add del mod">
            <ac:chgData name="Marcelo Brisac | ETRNTY" userId="f365320e-cdbc-4036-bdd7-da0eebba5f98" providerId="ADAL" clId="{B6D273C3-D712-4F03-8FBA-5762F6528D56}" dt="2022-10-06T22:33:12.108" v="60" actId="478"/>
            <ac:spMkLst>
              <pc:docMk/>
              <pc:sldMasterMk cId="842852207" sldId="2147483648"/>
              <pc:sldLayoutMk cId="2014931250" sldId="2147483718"/>
              <ac:spMk id="6" creationId="{3520E518-0061-6D03-1BA6-9DA0D4E7796E}"/>
            </ac:spMkLst>
          </pc:spChg>
          <pc:spChg chg="add del mod">
            <ac:chgData name="Marcelo Brisac | ETRNTY" userId="f365320e-cdbc-4036-bdd7-da0eebba5f98" providerId="ADAL" clId="{B6D273C3-D712-4F03-8FBA-5762F6528D56}" dt="2022-10-06T23:16:11.674" v="319" actId="478"/>
            <ac:spMkLst>
              <pc:docMk/>
              <pc:sldMasterMk cId="842852207" sldId="2147483648"/>
              <pc:sldLayoutMk cId="2014931250" sldId="2147483718"/>
              <ac:spMk id="6" creationId="{B73C0B25-363E-1DF9-E403-742CC64B7C52}"/>
            </ac:spMkLst>
          </pc:spChg>
          <pc:spChg chg="add del mod">
            <ac:chgData name="Marcelo Brisac | ETRNTY" userId="f365320e-cdbc-4036-bdd7-da0eebba5f98" providerId="ADAL" clId="{B6D273C3-D712-4F03-8FBA-5762F6528D56}" dt="2022-10-06T23:37:30.868" v="378" actId="478"/>
            <ac:spMkLst>
              <pc:docMk/>
              <pc:sldMasterMk cId="842852207" sldId="2147483648"/>
              <pc:sldLayoutMk cId="2014931250" sldId="2147483718"/>
              <ac:spMk id="6" creationId="{D2DC571A-2C63-7507-0CD6-9FFAD7CE5300}"/>
            </ac:spMkLst>
          </pc:spChg>
          <pc:spChg chg="add del">
            <ac:chgData name="Marcelo Brisac | ETRNTY" userId="f365320e-cdbc-4036-bdd7-da0eebba5f98" providerId="ADAL" clId="{B6D273C3-D712-4F03-8FBA-5762F6528D56}" dt="2022-10-06T22:52:18.510" v="112" actId="11529"/>
            <ac:spMkLst>
              <pc:docMk/>
              <pc:sldMasterMk cId="842852207" sldId="2147483648"/>
              <pc:sldLayoutMk cId="2014931250" sldId="2147483718"/>
              <ac:spMk id="6" creationId="{F5498B54-2E97-4517-66C2-B00968375BC5}"/>
            </ac:spMkLst>
          </pc:spChg>
          <pc:spChg chg="add del mod">
            <ac:chgData name="Marcelo Brisac | ETRNTY" userId="f365320e-cdbc-4036-bdd7-da0eebba5f98" providerId="ADAL" clId="{B6D273C3-D712-4F03-8FBA-5762F6528D56}" dt="2022-10-06T23:32:11.486" v="373" actId="478"/>
            <ac:spMkLst>
              <pc:docMk/>
              <pc:sldMasterMk cId="842852207" sldId="2147483648"/>
              <pc:sldLayoutMk cId="2014931250" sldId="2147483718"/>
              <ac:spMk id="7" creationId="{40E68AB6-1AD2-349A-7C39-396029222BAC}"/>
            </ac:spMkLst>
          </pc:spChg>
          <pc:spChg chg="add del mod">
            <ac:chgData name="Marcelo Brisac | ETRNTY" userId="f365320e-cdbc-4036-bdd7-da0eebba5f98" providerId="ADAL" clId="{B6D273C3-D712-4F03-8FBA-5762F6528D56}" dt="2022-10-06T22:33:12.108" v="60" actId="478"/>
            <ac:spMkLst>
              <pc:docMk/>
              <pc:sldMasterMk cId="842852207" sldId="2147483648"/>
              <pc:sldLayoutMk cId="2014931250" sldId="2147483718"/>
              <ac:spMk id="7" creationId="{DB3D2012-B26A-BFD8-0DFD-2E892AFC9A16}"/>
            </ac:spMkLst>
          </pc:spChg>
          <pc:spChg chg="add del mod">
            <ac:chgData name="Marcelo Brisac | ETRNTY" userId="f365320e-cdbc-4036-bdd7-da0eebba5f98" providerId="ADAL" clId="{B6D273C3-D712-4F03-8FBA-5762F6528D56}" dt="2022-10-06T22:52:20.374" v="113" actId="478"/>
            <ac:spMkLst>
              <pc:docMk/>
              <pc:sldMasterMk cId="842852207" sldId="2147483648"/>
              <pc:sldLayoutMk cId="2014931250" sldId="2147483718"/>
              <ac:spMk id="7" creationId="{E661EB01-8AA1-967A-7F35-69082EF7BF01}"/>
            </ac:spMkLst>
          </pc:spChg>
          <pc:spChg chg="add del mod">
            <ac:chgData name="Marcelo Brisac | ETRNTY" userId="f365320e-cdbc-4036-bdd7-da0eebba5f98" providerId="ADAL" clId="{B6D273C3-D712-4F03-8FBA-5762F6528D56}" dt="2022-10-06T22:33:12.108" v="60" actId="478"/>
            <ac:spMkLst>
              <pc:docMk/>
              <pc:sldMasterMk cId="842852207" sldId="2147483648"/>
              <pc:sldLayoutMk cId="2014931250" sldId="2147483718"/>
              <ac:spMk id="8" creationId="{395BE944-89D4-21CF-E0D0-1CEE2FABD467}"/>
            </ac:spMkLst>
          </pc:spChg>
          <pc:spChg chg="add del">
            <ac:chgData name="Marcelo Brisac | ETRNTY" userId="f365320e-cdbc-4036-bdd7-da0eebba5f98" providerId="ADAL" clId="{B6D273C3-D712-4F03-8FBA-5762F6528D56}" dt="2022-10-06T22:52:27.559" v="114" actId="11529"/>
            <ac:spMkLst>
              <pc:docMk/>
              <pc:sldMasterMk cId="842852207" sldId="2147483648"/>
              <pc:sldLayoutMk cId="2014931250" sldId="2147483718"/>
              <ac:spMk id="8" creationId="{B7EC1AFB-BA86-4F68-958E-8B8D1033717A}"/>
            </ac:spMkLst>
          </pc:spChg>
          <pc:spChg chg="add mod">
            <ac:chgData name="Marcelo Brisac | ETRNTY" userId="f365320e-cdbc-4036-bdd7-da0eebba5f98" providerId="ADAL" clId="{B6D273C3-D712-4F03-8FBA-5762F6528D56}" dt="2022-10-15T03:23:40.808" v="385" actId="14100"/>
            <ac:spMkLst>
              <pc:docMk/>
              <pc:sldMasterMk cId="842852207" sldId="2147483648"/>
              <pc:sldLayoutMk cId="2014931250" sldId="2147483718"/>
              <ac:spMk id="9" creationId="{B3CEB4D8-BADC-0D01-AE7F-46DE4F6EDB79}"/>
            </ac:spMkLst>
          </pc:spChg>
          <pc:spChg chg="add mod ord">
            <ac:chgData name="Marcelo Brisac | ETRNTY" userId="f365320e-cdbc-4036-bdd7-da0eebba5f98" providerId="ADAL" clId="{B6D273C3-D712-4F03-8FBA-5762F6528D56}" dt="2022-10-06T23:16:01.856" v="318" actId="167"/>
            <ac:spMkLst>
              <pc:docMk/>
              <pc:sldMasterMk cId="842852207" sldId="2147483648"/>
              <pc:sldLayoutMk cId="2014931250" sldId="2147483718"/>
              <ac:spMk id="12" creationId="{CEE440B2-F2B1-7C4D-11E8-8BB75EDFB806}"/>
            </ac:spMkLst>
          </pc:spChg>
          <pc:spChg chg="add del mod">
            <ac:chgData name="Marcelo Brisac | ETRNTY" userId="f365320e-cdbc-4036-bdd7-da0eebba5f98" providerId="ADAL" clId="{B6D273C3-D712-4F03-8FBA-5762F6528D56}" dt="2022-10-06T22:51:14.577" v="108" actId="478"/>
            <ac:spMkLst>
              <pc:docMk/>
              <pc:sldMasterMk cId="842852207" sldId="2147483648"/>
              <pc:sldLayoutMk cId="2014931250" sldId="2147483718"/>
              <ac:spMk id="14" creationId="{526CDBA9-9497-B5FE-015C-89A2361C9572}"/>
            </ac:spMkLst>
          </pc:spChg>
          <pc:spChg chg="add mod">
            <ac:chgData name="Marcelo Brisac | ETRNTY" userId="f365320e-cdbc-4036-bdd7-da0eebba5f98" providerId="ADAL" clId="{B6D273C3-D712-4F03-8FBA-5762F6528D56}" dt="2022-10-06T22:33:40.939" v="61"/>
            <ac:spMkLst>
              <pc:docMk/>
              <pc:sldMasterMk cId="842852207" sldId="2147483648"/>
              <pc:sldLayoutMk cId="2014931250" sldId="2147483718"/>
              <ac:spMk id="15" creationId="{357B4008-CFAE-6949-C295-83F6FEECFFCD}"/>
            </ac:spMkLst>
          </pc:spChg>
          <pc:spChg chg="add del mod">
            <ac:chgData name="Marcelo Brisac | ETRNTY" userId="f365320e-cdbc-4036-bdd7-da0eebba5f98" providerId="ADAL" clId="{B6D273C3-D712-4F03-8FBA-5762F6528D56}" dt="2022-10-06T22:57:57.623" v="244" actId="478"/>
            <ac:spMkLst>
              <pc:docMk/>
              <pc:sldMasterMk cId="842852207" sldId="2147483648"/>
              <pc:sldLayoutMk cId="2014931250" sldId="2147483718"/>
              <ac:spMk id="16" creationId="{9A37AE2B-075D-79F4-6FAF-CF0D09712B87}"/>
            </ac:spMkLst>
          </pc:spChg>
          <pc:spChg chg="add del mod">
            <ac:chgData name="Marcelo Brisac | ETRNTY" userId="f365320e-cdbc-4036-bdd7-da0eebba5f98" providerId="ADAL" clId="{B6D273C3-D712-4F03-8FBA-5762F6528D56}" dt="2022-10-06T23:27:18.835" v="357" actId="478"/>
            <ac:spMkLst>
              <pc:docMk/>
              <pc:sldMasterMk cId="842852207" sldId="2147483648"/>
              <pc:sldLayoutMk cId="2014931250" sldId="2147483718"/>
              <ac:spMk id="17" creationId="{DC4DB266-3AD2-E55E-37CE-E047C4054884}"/>
            </ac:spMkLst>
          </pc:spChg>
          <pc:spChg chg="add mod">
            <ac:chgData name="Marcelo Brisac | ETRNTY" userId="f365320e-cdbc-4036-bdd7-da0eebba5f98" providerId="ADAL" clId="{B6D273C3-D712-4F03-8FBA-5762F6528D56}" dt="2022-10-06T22:33:40.939" v="61"/>
            <ac:spMkLst>
              <pc:docMk/>
              <pc:sldMasterMk cId="842852207" sldId="2147483648"/>
              <pc:sldLayoutMk cId="2014931250" sldId="2147483718"/>
              <ac:spMk id="18" creationId="{4FE8910B-22F1-8A47-5823-00E111D10734}"/>
            </ac:spMkLst>
          </pc:spChg>
          <pc:graphicFrameChg chg="add del mod">
            <ac:chgData name="Marcelo Brisac | ETRNTY" userId="f365320e-cdbc-4036-bdd7-da0eebba5f98" providerId="ADAL" clId="{B6D273C3-D712-4F03-8FBA-5762F6528D56}" dt="2022-10-06T23:29:21.020" v="360" actId="478"/>
            <ac:graphicFrameMkLst>
              <pc:docMk/>
              <pc:sldMasterMk cId="842852207" sldId="2147483648"/>
              <pc:sldLayoutMk cId="2014931250" sldId="2147483718"/>
              <ac:graphicFrameMk id="13" creationId="{861ECB70-749A-B175-9479-D31EB748015E}"/>
            </ac:graphicFrameMkLst>
          </pc:graphicFrameChg>
          <pc:picChg chg="add del mod">
            <ac:chgData name="Marcelo Brisac | ETRNTY" userId="f365320e-cdbc-4036-bdd7-da0eebba5f98" providerId="ADAL" clId="{B6D273C3-D712-4F03-8FBA-5762F6528D56}" dt="2022-10-06T22:29:44.250" v="53" actId="478"/>
            <ac:picMkLst>
              <pc:docMk/>
              <pc:sldMasterMk cId="842852207" sldId="2147483648"/>
              <pc:sldLayoutMk cId="2014931250" sldId="2147483718"/>
              <ac:picMk id="9" creationId="{BC035DB5-D3FE-0847-B3FA-F7E2DFA9EC31}"/>
            </ac:picMkLst>
          </pc:picChg>
          <pc:picChg chg="add del mod">
            <ac:chgData name="Marcelo Brisac | ETRNTY" userId="f365320e-cdbc-4036-bdd7-da0eebba5f98" providerId="ADAL" clId="{B6D273C3-D712-4F03-8FBA-5762F6528D56}" dt="2022-10-06T22:32:47.273" v="59" actId="478"/>
            <ac:picMkLst>
              <pc:docMk/>
              <pc:sldMasterMk cId="842852207" sldId="2147483648"/>
              <pc:sldLayoutMk cId="2014931250" sldId="2147483718"/>
              <ac:picMk id="11" creationId="{ADF099C4-9C0B-C517-175C-3590297A7BC4}"/>
            </ac:picMkLst>
          </pc:picChg>
          <pc:picChg chg="add mod">
            <ac:chgData name="Marcelo Brisac | ETRNTY" userId="f365320e-cdbc-4036-bdd7-da0eebba5f98" providerId="ADAL" clId="{B6D273C3-D712-4F03-8FBA-5762F6528D56}" dt="2022-10-06T22:33:40.939" v="61"/>
            <ac:picMkLst>
              <pc:docMk/>
              <pc:sldMasterMk cId="842852207" sldId="2147483648"/>
              <pc:sldLayoutMk cId="2014931250" sldId="2147483718"/>
              <ac:picMk id="19" creationId="{5E8DFE8C-26FD-3F80-1678-3078BF6E1F9B}"/>
            </ac:picMkLst>
          </pc:picChg>
        </pc:sldLayoutChg>
        <pc:sldLayoutChg chg="addSp delSp modSp mod">
          <pc:chgData name="Marcelo Brisac | ETRNTY" userId="f365320e-cdbc-4036-bdd7-da0eebba5f98" providerId="ADAL" clId="{B6D273C3-D712-4F03-8FBA-5762F6528D56}" dt="2022-10-15T21:15:43.251" v="681" actId="120"/>
          <pc:sldLayoutMkLst>
            <pc:docMk/>
            <pc:sldMasterMk cId="842852207" sldId="2147483648"/>
            <pc:sldLayoutMk cId="4184421661" sldId="2147483731"/>
          </pc:sldLayoutMkLst>
          <pc:spChg chg="add mod ord">
            <ac:chgData name="Marcelo Brisac | ETRNTY" userId="f365320e-cdbc-4036-bdd7-da0eebba5f98" providerId="ADAL" clId="{B6D273C3-D712-4F03-8FBA-5762F6528D56}" dt="2022-10-15T20:55:00.270" v="649" actId="167"/>
            <ac:spMkLst>
              <pc:docMk/>
              <pc:sldMasterMk cId="842852207" sldId="2147483648"/>
              <pc:sldLayoutMk cId="4184421661" sldId="2147483731"/>
              <ac:spMk id="2" creationId="{9872A348-55DA-2BC4-BF31-F99B2C964822}"/>
            </ac:spMkLst>
          </pc:spChg>
          <pc:spChg chg="mod">
            <ac:chgData name="Marcelo Brisac | ETRNTY" userId="f365320e-cdbc-4036-bdd7-da0eebba5f98" providerId="ADAL" clId="{B6D273C3-D712-4F03-8FBA-5762F6528D56}" dt="2022-10-15T21:15:43.251" v="681" actId="120"/>
            <ac:spMkLst>
              <pc:docMk/>
              <pc:sldMasterMk cId="842852207" sldId="2147483648"/>
              <pc:sldLayoutMk cId="4184421661" sldId="2147483731"/>
              <ac:spMk id="3" creationId="{28E90BDB-D8AD-791E-EEF4-D38B866F43E0}"/>
            </ac:spMkLst>
          </pc:spChg>
          <pc:spChg chg="add mod">
            <ac:chgData name="Marcelo Brisac | ETRNTY" userId="f365320e-cdbc-4036-bdd7-da0eebba5f98" providerId="ADAL" clId="{B6D273C3-D712-4F03-8FBA-5762F6528D56}" dt="2022-10-15T20:56:33.961" v="656" actId="1076"/>
            <ac:spMkLst>
              <pc:docMk/>
              <pc:sldMasterMk cId="842852207" sldId="2147483648"/>
              <pc:sldLayoutMk cId="4184421661" sldId="2147483731"/>
              <ac:spMk id="5" creationId="{4879BDE9-037C-2D72-457A-BED796335B8B}"/>
            </ac:spMkLst>
          </pc:spChg>
          <pc:spChg chg="del mod">
            <ac:chgData name="Marcelo Brisac | ETRNTY" userId="f365320e-cdbc-4036-bdd7-da0eebba5f98" providerId="ADAL" clId="{B6D273C3-D712-4F03-8FBA-5762F6528D56}" dt="2022-10-15T20:55:07.891" v="651" actId="478"/>
            <ac:spMkLst>
              <pc:docMk/>
              <pc:sldMasterMk cId="842852207" sldId="2147483648"/>
              <pc:sldLayoutMk cId="4184421661" sldId="2147483731"/>
              <ac:spMk id="7" creationId="{7EFC1697-42AA-3401-07B0-599FBFA48DBB}"/>
            </ac:spMkLst>
          </pc:spChg>
          <pc:graphicFrameChg chg="del">
            <ac:chgData name="Marcelo Brisac | ETRNTY" userId="f365320e-cdbc-4036-bdd7-da0eebba5f98" providerId="ADAL" clId="{B6D273C3-D712-4F03-8FBA-5762F6528D56}" dt="2022-10-15T20:55:53.961" v="654" actId="478"/>
            <ac:graphicFrameMkLst>
              <pc:docMk/>
              <pc:sldMasterMk cId="842852207" sldId="2147483648"/>
              <pc:sldLayoutMk cId="4184421661" sldId="2147483731"/>
              <ac:graphicFrameMk id="13" creationId="{C73C2154-B9D5-43A7-8435-0CEF086D753F}"/>
            </ac:graphicFrameMkLst>
          </pc:graphicFrameChg>
        </pc:sldLayoutChg>
      </pc:sldMasterChg>
      <pc:sldMasterChg chg="modSldLayout">
        <pc:chgData name="Marcelo Brisac | ETRNTY" userId="f365320e-cdbc-4036-bdd7-da0eebba5f98" providerId="ADAL" clId="{B6D273C3-D712-4F03-8FBA-5762F6528D56}" dt="2022-10-15T03:28:37.497" v="386"/>
        <pc:sldMasterMkLst>
          <pc:docMk/>
          <pc:sldMasterMk cId="1390185130" sldId="2147483719"/>
        </pc:sldMasterMkLst>
        <pc:sldLayoutChg chg="setBg">
          <pc:chgData name="Marcelo Brisac | ETRNTY" userId="f365320e-cdbc-4036-bdd7-da0eebba5f98" providerId="ADAL" clId="{B6D273C3-D712-4F03-8FBA-5762F6528D56}" dt="2022-10-15T03:28:37.497" v="386"/>
          <pc:sldLayoutMkLst>
            <pc:docMk/>
            <pc:sldMasterMk cId="1390185130" sldId="2147483719"/>
            <pc:sldLayoutMk cId="2450715284" sldId="2147483721"/>
          </pc:sldLayoutMkLst>
        </pc:sldLayoutChg>
      </pc:sldMasterChg>
      <pc:sldMasterChg chg="new mod addSldLayout modSldLayout">
        <pc:chgData name="Marcelo Brisac | ETRNTY" userId="f365320e-cdbc-4036-bdd7-da0eebba5f98" providerId="ADAL" clId="{B6D273C3-D712-4F03-8FBA-5762F6528D56}" dt="2022-10-15T21:08:21.727" v="668" actId="120"/>
        <pc:sldMasterMkLst>
          <pc:docMk/>
          <pc:sldMasterMk cId="1533820405" sldId="2147483719"/>
        </pc:sldMasterMkLst>
        <pc:sldLayoutChg chg="modSp new replId">
          <pc:chgData name="Marcelo Brisac | ETRNTY" userId="f365320e-cdbc-4036-bdd7-da0eebba5f98" providerId="ADAL" clId="{B6D273C3-D712-4F03-8FBA-5762F6528D56}" dt="2022-10-15T21:08:21.727" v="668" actId="120"/>
          <pc:sldLayoutMkLst>
            <pc:docMk/>
            <pc:sldMasterMk cId="1533820405" sldId="2147483719"/>
            <pc:sldLayoutMk cId="1361464434" sldId="2147483720"/>
          </pc:sldLayoutMkLst>
          <pc:spChg chg="mod">
            <ac:chgData name="Marcelo Brisac | ETRNTY" userId="f365320e-cdbc-4036-bdd7-da0eebba5f98" providerId="ADAL" clId="{B6D273C3-D712-4F03-8FBA-5762F6528D56}" dt="2022-10-15T21:08:21.727" v="668" actId="120"/>
            <ac:spMkLst>
              <pc:docMk/>
              <pc:sldMasterMk cId="1533820405" sldId="2147483719"/>
              <pc:sldLayoutMk cId="1361464434" sldId="2147483720"/>
              <ac:spMk id="3" creationId="{D40DA1B5-98AE-D724-045E-7D5A5FF289B8}"/>
            </ac:spMkLst>
          </pc:spChg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2651561495" sldId="2147483721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2388188667" sldId="2147483722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2241181077" sldId="2147483723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3799999063" sldId="2147483724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2519764851" sldId="2147483725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3692808592" sldId="2147483726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3065862548" sldId="2147483727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3804961641" sldId="2147483728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2496155853" sldId="2147483729"/>
          </pc:sldLayoutMkLst>
        </pc:sldLayoutChg>
        <pc:sldLayoutChg chg="new replId">
          <pc:chgData name="Marcelo Brisac | ETRNTY" userId="f365320e-cdbc-4036-bdd7-da0eebba5f98" providerId="ADAL" clId="{B6D273C3-D712-4F03-8FBA-5762F6528D56}" dt="2022-10-15T18:46:21.856" v="520" actId="6938"/>
          <pc:sldLayoutMkLst>
            <pc:docMk/>
            <pc:sldMasterMk cId="1533820405" sldId="2147483719"/>
            <pc:sldLayoutMk cId="2648813970" sldId="214748373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10BD2293-4FF5-42FB-A1B8-F2A95CF489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759E72-E3C1-4D4F-9898-B390BCB44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229C39-3FA8-422C-9F92-60D7052331D8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055001-8B80-465D-B617-8F65CBADD1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860DD4A-9E3B-48E7-BBAA-FBB0DF6ACE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4CA8C5-DC6C-4B54-A003-05D9A7DEAD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1761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B52FDC-B290-4125-9342-624C947EADEE}" type="datetimeFigureOut">
              <a:rPr lang="pt-BR" smtClean="0"/>
              <a:t>25/03/2025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8E3B1B-9E8E-4C03-BBCD-F2129151C2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944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8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microsoft.com/office/2007/relationships/hdphoto" Target="../media/hdphoto3.wdp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microsoft.com/office/2007/relationships/hdphoto" Target="../media/hdphoto3.wdp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microsoft.com/office/2007/relationships/hdphoto" Target="../media/hdphoto3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1000"/>
                    </a14:imgEffect>
                    <a14:imgEffect>
                      <a14:colorTemperature colorTemp="11500"/>
                    </a14:imgEffect>
                    <a14:imgEffect>
                      <a14:saturation sat="300000"/>
                    </a14:imgEffect>
                    <a14:imgEffect>
                      <a14:brightnessContrast bright="16000" contrast="21000"/>
                    </a14:imgEffect>
                  </a14:imgLayer>
                </a14:imgProps>
              </a:ext>
            </a:extLst>
          </a:blip>
          <a:srcRect/>
          <a:stretch>
            <a:fillRect b="-5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4">
            <a:extLst>
              <a:ext uri="{FF2B5EF4-FFF2-40B4-BE49-F238E27FC236}">
                <a16:creationId xmlns:a16="http://schemas.microsoft.com/office/drawing/2014/main" id="{1DBC25F8-ADE7-3D74-76CC-A00616F380A8}"/>
              </a:ext>
            </a:extLst>
          </p:cNvPr>
          <p:cNvSpPr/>
          <p:nvPr userDrawn="1"/>
        </p:nvSpPr>
        <p:spPr>
          <a:xfrm rot="16200000">
            <a:off x="2471196" y="98380"/>
            <a:ext cx="1909821" cy="6852212"/>
          </a:xfrm>
          <a:prstGeom prst="rect">
            <a:avLst/>
          </a:prstGeom>
          <a:gradFill flip="none" rotWithShape="1">
            <a:gsLst>
              <a:gs pos="43000">
                <a:srgbClr val="33014A"/>
              </a:gs>
              <a:gs pos="0">
                <a:srgbClr val="9A788F">
                  <a:alpha val="89804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Agrupar 11">
            <a:extLst>
              <a:ext uri="{FF2B5EF4-FFF2-40B4-BE49-F238E27FC236}">
                <a16:creationId xmlns:a16="http://schemas.microsoft.com/office/drawing/2014/main" id="{48EDC5F2-EB5B-4D47-87C1-3ECF42751E82}"/>
              </a:ext>
            </a:extLst>
          </p:cNvPr>
          <p:cNvGrpSpPr/>
          <p:nvPr userDrawn="1"/>
        </p:nvGrpSpPr>
        <p:grpSpPr>
          <a:xfrm>
            <a:off x="5486397" y="3318753"/>
            <a:ext cx="964688" cy="45719"/>
            <a:chOff x="5665107" y="3613443"/>
            <a:chExt cx="2155557" cy="101658"/>
          </a:xfrm>
        </p:grpSpPr>
        <p:sp>
          <p:nvSpPr>
            <p:cNvPr id="9" name="Retângulo 12">
              <a:extLst>
                <a:ext uri="{FF2B5EF4-FFF2-40B4-BE49-F238E27FC236}">
                  <a16:creationId xmlns:a16="http://schemas.microsoft.com/office/drawing/2014/main" id="{FE34701F-2672-421A-B046-B052A3940F47}"/>
                </a:ext>
              </a:extLst>
            </p:cNvPr>
            <p:cNvSpPr/>
            <p:nvPr userDrawn="1"/>
          </p:nvSpPr>
          <p:spPr>
            <a:xfrm>
              <a:off x="5665107" y="3613443"/>
              <a:ext cx="628256" cy="1016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Retângulo 13">
              <a:extLst>
                <a:ext uri="{FF2B5EF4-FFF2-40B4-BE49-F238E27FC236}">
                  <a16:creationId xmlns:a16="http://schemas.microsoft.com/office/drawing/2014/main" id="{79E9213B-425D-4CA4-BA40-CAD3B660D09B}"/>
                </a:ext>
              </a:extLst>
            </p:cNvPr>
            <p:cNvSpPr/>
            <p:nvPr userDrawn="1"/>
          </p:nvSpPr>
          <p:spPr>
            <a:xfrm>
              <a:off x="6235728" y="3613443"/>
              <a:ext cx="628256" cy="1016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Retângulo 14">
              <a:extLst>
                <a:ext uri="{FF2B5EF4-FFF2-40B4-BE49-F238E27FC236}">
                  <a16:creationId xmlns:a16="http://schemas.microsoft.com/office/drawing/2014/main" id="{ADEB944D-2B2D-45F7-8981-EA9FE3732C12}"/>
                </a:ext>
              </a:extLst>
            </p:cNvPr>
            <p:cNvSpPr/>
            <p:nvPr userDrawn="1"/>
          </p:nvSpPr>
          <p:spPr>
            <a:xfrm>
              <a:off x="6803517" y="3613443"/>
              <a:ext cx="1017147" cy="1016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5BA6A3-5CE2-8491-0767-B64EE4FBD0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1500" y="4016368"/>
            <a:ext cx="2069585" cy="25558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sz="1400" dirty="0" err="1"/>
              <a:t>Mês</a:t>
            </a:r>
            <a:r>
              <a:rPr lang="en-US" sz="1400" dirty="0"/>
              <a:t> </a:t>
            </a:r>
            <a:r>
              <a:rPr lang="en-US" sz="1400" dirty="0" err="1"/>
              <a:t>ano</a:t>
            </a:r>
            <a:endParaRPr lang="pt-BR" dirty="0"/>
          </a:p>
        </p:txBody>
      </p:sp>
      <p:sp>
        <p:nvSpPr>
          <p:cNvPr id="24" name="Espaço Reservado para Texto 23">
            <a:extLst>
              <a:ext uri="{FF2B5EF4-FFF2-40B4-BE49-F238E27FC236}">
                <a16:creationId xmlns:a16="http://schemas.microsoft.com/office/drawing/2014/main" id="{1470A33E-CC3C-59D4-E3C6-09C82CBA7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650" y="2778125"/>
            <a:ext cx="6076950" cy="4492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Consolas" panose="020B0609020204030204" pitchFamily="49" charset="0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pic>
        <p:nvPicPr>
          <p:cNvPr id="26" name="Imagem 25" descr="Texto, Logotipo&#10;&#10;O conteúdo gerado por IA pode estar incorreto.">
            <a:extLst>
              <a:ext uri="{FF2B5EF4-FFF2-40B4-BE49-F238E27FC236}">
                <a16:creationId xmlns:a16="http://schemas.microsoft.com/office/drawing/2014/main" id="{FE5CDCCF-F150-F4FF-AFD9-9D826505C8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444" y="6253200"/>
            <a:ext cx="1083556" cy="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246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">
    <p:bg>
      <p:bgPr>
        <a:blipFill dpi="0" rotWithShape="1">
          <a:blip r:embed="rId2">
            <a:lum/>
          </a:blip>
          <a:srcRect/>
          <a:stretch>
            <a:fillRect l="-1000" r="-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4">
            <a:extLst>
              <a:ext uri="{FF2B5EF4-FFF2-40B4-BE49-F238E27FC236}">
                <a16:creationId xmlns:a16="http://schemas.microsoft.com/office/drawing/2014/main" id="{1DBC25F8-ADE7-3D74-76CC-A00616F380A8}"/>
              </a:ext>
            </a:extLst>
          </p:cNvPr>
          <p:cNvSpPr/>
          <p:nvPr userDrawn="1"/>
        </p:nvSpPr>
        <p:spPr>
          <a:xfrm rot="16200000">
            <a:off x="2471196" y="98380"/>
            <a:ext cx="1909821" cy="6852212"/>
          </a:xfrm>
          <a:prstGeom prst="rect">
            <a:avLst/>
          </a:prstGeom>
          <a:gradFill flip="none" rotWithShape="1">
            <a:gsLst>
              <a:gs pos="80000">
                <a:srgbClr val="431959">
                  <a:alpha val="23000"/>
                </a:srgbClr>
              </a:gs>
              <a:gs pos="0">
                <a:srgbClr val="73548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Agrupar 11">
            <a:extLst>
              <a:ext uri="{FF2B5EF4-FFF2-40B4-BE49-F238E27FC236}">
                <a16:creationId xmlns:a16="http://schemas.microsoft.com/office/drawing/2014/main" id="{48EDC5F2-EB5B-4D47-87C1-3ECF42751E82}"/>
              </a:ext>
            </a:extLst>
          </p:cNvPr>
          <p:cNvGrpSpPr/>
          <p:nvPr userDrawn="1"/>
        </p:nvGrpSpPr>
        <p:grpSpPr>
          <a:xfrm>
            <a:off x="5486397" y="3318753"/>
            <a:ext cx="964688" cy="45719"/>
            <a:chOff x="5665107" y="3613443"/>
            <a:chExt cx="2155557" cy="101658"/>
          </a:xfrm>
        </p:grpSpPr>
        <p:sp>
          <p:nvSpPr>
            <p:cNvPr id="9" name="Retângulo 12">
              <a:extLst>
                <a:ext uri="{FF2B5EF4-FFF2-40B4-BE49-F238E27FC236}">
                  <a16:creationId xmlns:a16="http://schemas.microsoft.com/office/drawing/2014/main" id="{FE34701F-2672-421A-B046-B052A3940F47}"/>
                </a:ext>
              </a:extLst>
            </p:cNvPr>
            <p:cNvSpPr/>
            <p:nvPr userDrawn="1"/>
          </p:nvSpPr>
          <p:spPr>
            <a:xfrm>
              <a:off x="5665107" y="3613443"/>
              <a:ext cx="628256" cy="1016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Retângulo 13">
              <a:extLst>
                <a:ext uri="{FF2B5EF4-FFF2-40B4-BE49-F238E27FC236}">
                  <a16:creationId xmlns:a16="http://schemas.microsoft.com/office/drawing/2014/main" id="{79E9213B-425D-4CA4-BA40-CAD3B660D09B}"/>
                </a:ext>
              </a:extLst>
            </p:cNvPr>
            <p:cNvSpPr/>
            <p:nvPr userDrawn="1"/>
          </p:nvSpPr>
          <p:spPr>
            <a:xfrm>
              <a:off x="6235728" y="3613443"/>
              <a:ext cx="628256" cy="1016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1" name="Retângulo 14">
              <a:extLst>
                <a:ext uri="{FF2B5EF4-FFF2-40B4-BE49-F238E27FC236}">
                  <a16:creationId xmlns:a16="http://schemas.microsoft.com/office/drawing/2014/main" id="{ADEB944D-2B2D-45F7-8981-EA9FE3732C12}"/>
                </a:ext>
              </a:extLst>
            </p:cNvPr>
            <p:cNvSpPr/>
            <p:nvPr userDrawn="1"/>
          </p:nvSpPr>
          <p:spPr>
            <a:xfrm>
              <a:off x="6803517" y="3613443"/>
              <a:ext cx="1017147" cy="1016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45BA6A3-5CE2-8491-0767-B64EE4FBD0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381500" y="4016368"/>
            <a:ext cx="2069585" cy="25558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4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sz="1400" dirty="0" err="1"/>
              <a:t>Mês</a:t>
            </a:r>
            <a:r>
              <a:rPr lang="en-US" sz="1400" dirty="0"/>
              <a:t> </a:t>
            </a:r>
            <a:r>
              <a:rPr lang="en-US" sz="1400" dirty="0" err="1"/>
              <a:t>ano</a:t>
            </a:r>
            <a:endParaRPr lang="pt-BR" dirty="0"/>
          </a:p>
        </p:txBody>
      </p:sp>
      <p:sp>
        <p:nvSpPr>
          <p:cNvPr id="12" name="Espaço Reservado para Texto 23">
            <a:extLst>
              <a:ext uri="{FF2B5EF4-FFF2-40B4-BE49-F238E27FC236}">
                <a16:creationId xmlns:a16="http://schemas.microsoft.com/office/drawing/2014/main" id="{30837FFC-8637-2564-24D2-6D39D3B76BD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650" y="2778125"/>
            <a:ext cx="6076950" cy="4492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>
                <a:latin typeface="Consolas" panose="020B0609020204030204" pitchFamily="49" charset="0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15" name="AutoShape 2" descr="Generated image">
            <a:extLst>
              <a:ext uri="{FF2B5EF4-FFF2-40B4-BE49-F238E27FC236}">
                <a16:creationId xmlns:a16="http://schemas.microsoft.com/office/drawing/2014/main" id="{08BA4890-071A-B6E4-F957-DEE6F4173C3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5" name="Imagem 24" descr="Texto, Logotipo&#10;&#10;O conteúdo gerado por IA pode estar incorreto.">
            <a:extLst>
              <a:ext uri="{FF2B5EF4-FFF2-40B4-BE49-F238E27FC236}">
                <a16:creationId xmlns:a16="http://schemas.microsoft.com/office/drawing/2014/main" id="{94BB46BA-2CD8-91A7-169F-8E80B3EE7C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444" y="6253200"/>
            <a:ext cx="1083556" cy="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6298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perfis">
    <p:bg>
      <p:bgPr>
        <a:blipFill dpi="0"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  <a14:imgEffect>
                      <a14:saturation sat="0"/>
                    </a14:imgEffect>
                    <a14:imgEffect>
                      <a14:brightnessContrast bright="2000" contrast="-100000"/>
                    </a14:imgEffect>
                  </a14:imgLayer>
                </a14:imgProps>
              </a:ext>
            </a:extLst>
          </a:blip>
          <a:srcRect/>
          <a:tile tx="0" ty="0" sx="100000" sy="100000" flip="xy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30">
            <a:extLst>
              <a:ext uri="{FF2B5EF4-FFF2-40B4-BE49-F238E27FC236}">
                <a16:creationId xmlns:a16="http://schemas.microsoft.com/office/drawing/2014/main" id="{BE97C685-2269-9801-885A-357D9D5AB3D9}"/>
              </a:ext>
            </a:extLst>
          </p:cNvPr>
          <p:cNvSpPr/>
          <p:nvPr userDrawn="1"/>
        </p:nvSpPr>
        <p:spPr>
          <a:xfrm>
            <a:off x="695924" y="827311"/>
            <a:ext cx="4226138" cy="5203375"/>
          </a:xfrm>
          <a:prstGeom prst="rect">
            <a:avLst/>
          </a:prstGeom>
          <a:gradFill flip="none" rotWithShape="1">
            <a:gsLst>
              <a:gs pos="100000">
                <a:srgbClr val="000000"/>
              </a:gs>
              <a:gs pos="36000">
                <a:srgbClr val="4B0C62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ângulo 18">
            <a:extLst>
              <a:ext uri="{FF2B5EF4-FFF2-40B4-BE49-F238E27FC236}">
                <a16:creationId xmlns:a16="http://schemas.microsoft.com/office/drawing/2014/main" id="{FA5787DE-8C67-441A-46ED-9EE0FC4DAD20}"/>
              </a:ext>
            </a:extLst>
          </p:cNvPr>
          <p:cNvSpPr/>
          <p:nvPr userDrawn="1"/>
        </p:nvSpPr>
        <p:spPr>
          <a:xfrm>
            <a:off x="1065424" y="4917559"/>
            <a:ext cx="3668229" cy="329825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80000"/>
              </a:lnSpc>
            </a:pPr>
            <a:r>
              <a:rPr lang="pt-BR" sz="2000" dirty="0">
                <a:solidFill>
                  <a:schemeClr val="accent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Subtítulo</a:t>
            </a:r>
          </a:p>
        </p:txBody>
      </p:sp>
      <p:sp>
        <p:nvSpPr>
          <p:cNvPr id="6" name="Retângulo 19">
            <a:extLst>
              <a:ext uri="{FF2B5EF4-FFF2-40B4-BE49-F238E27FC236}">
                <a16:creationId xmlns:a16="http://schemas.microsoft.com/office/drawing/2014/main" id="{95714018-59A5-482A-52B6-532CC50F91E7}"/>
              </a:ext>
            </a:extLst>
          </p:cNvPr>
          <p:cNvSpPr/>
          <p:nvPr userDrawn="1"/>
        </p:nvSpPr>
        <p:spPr>
          <a:xfrm>
            <a:off x="1068399" y="3465868"/>
            <a:ext cx="3328503" cy="442035"/>
          </a:xfrm>
          <a:prstGeom prst="rect">
            <a:avLst/>
          </a:prstGeom>
        </p:spPr>
        <p:txBody>
          <a:bodyPr wrap="square" lIns="36000" tIns="36000" rIns="36000" bIns="36000" anchor="b">
            <a:spAutoFit/>
          </a:bodyPr>
          <a:lstStyle/>
          <a:p>
            <a:r>
              <a:rPr lang="pt-BR" sz="2400" spc="300" dirty="0">
                <a:solidFill>
                  <a:schemeClr val="bg1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Título</a:t>
            </a:r>
          </a:p>
        </p:txBody>
      </p:sp>
      <p:sp>
        <p:nvSpPr>
          <p:cNvPr id="7" name="Retângulo 24">
            <a:extLst>
              <a:ext uri="{FF2B5EF4-FFF2-40B4-BE49-F238E27FC236}">
                <a16:creationId xmlns:a16="http://schemas.microsoft.com/office/drawing/2014/main" id="{BFA0F7BF-628E-73A1-96E0-F3A235E7104E}"/>
              </a:ext>
            </a:extLst>
          </p:cNvPr>
          <p:cNvSpPr/>
          <p:nvPr userDrawn="1"/>
        </p:nvSpPr>
        <p:spPr>
          <a:xfrm>
            <a:off x="-38100" y="4057518"/>
            <a:ext cx="4593476" cy="710426"/>
          </a:xfrm>
          <a:prstGeom prst="rect">
            <a:avLst/>
          </a:prstGeom>
          <a:blipFill dpi="0" rotWithShape="1"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tile tx="0" ty="0" sx="20000" sy="2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m 11" descr="Texto, Logotipo&#10;&#10;O conteúdo gerado por IA pode estar incorreto.">
            <a:extLst>
              <a:ext uri="{FF2B5EF4-FFF2-40B4-BE49-F238E27FC236}">
                <a16:creationId xmlns:a16="http://schemas.microsoft.com/office/drawing/2014/main" id="{5AF22570-DE96-EEF0-53D6-CB225EF2F45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72" y="1022607"/>
            <a:ext cx="3870081" cy="2160133"/>
          </a:xfrm>
          <a:prstGeom prst="rect">
            <a:avLst/>
          </a:prstGeom>
        </p:spPr>
      </p:pic>
      <p:pic>
        <p:nvPicPr>
          <p:cNvPr id="13" name="Imagem 12" descr="Texto&#10;&#10;O conteúdo gerado por IA pode estar incorreto.">
            <a:extLst>
              <a:ext uri="{FF2B5EF4-FFF2-40B4-BE49-F238E27FC236}">
                <a16:creationId xmlns:a16="http://schemas.microsoft.com/office/drawing/2014/main" id="{ABF72351-D490-EE8E-5ACF-23FFC8034AF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28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_fundos"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4A346934-C230-4A52-B21B-D6E8DD9AA8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74951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5" imgH="424" progId="TCLayout.ActiveDocument.1">
                  <p:embed/>
                </p:oleObj>
              </mc:Choice>
              <mc:Fallback>
                <p:oleObj name="Slide do think-cell" r:id="rId4" imgW="425" imgH="424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4A346934-C230-4A52-B21B-D6E8DD9AA8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tângulo 14">
            <a:extLst>
              <a:ext uri="{FF2B5EF4-FFF2-40B4-BE49-F238E27FC236}">
                <a16:creationId xmlns:a16="http://schemas.microsoft.com/office/drawing/2014/main" id="{B99A83AD-3DE5-DAB8-7E10-176CA9618DBD}"/>
              </a:ext>
            </a:extLst>
          </p:cNvPr>
          <p:cNvSpPr/>
          <p:nvPr userDrawn="1"/>
        </p:nvSpPr>
        <p:spPr>
          <a:xfrm>
            <a:off x="1" y="0"/>
            <a:ext cx="239485" cy="6858000"/>
          </a:xfrm>
          <a:prstGeom prst="rect">
            <a:avLst/>
          </a:prstGeom>
          <a:gradFill flip="none" rotWithShape="1">
            <a:gsLst>
              <a:gs pos="93000">
                <a:srgbClr val="41005A"/>
              </a:gs>
              <a:gs pos="12000">
                <a:srgbClr val="9A899F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D16F65E-6686-FD55-59DE-A2A97B4366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2799" y="991831"/>
            <a:ext cx="5610225" cy="33020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lang="pt-BR" sz="1800" kern="1200" dirty="0">
                <a:solidFill>
                  <a:schemeClr val="tx1"/>
                </a:solidFill>
                <a:latin typeface="+mn-lt"/>
                <a:ea typeface="+mn-ea"/>
                <a:cs typeface="Times New Roman"/>
              </a:defRPr>
            </a:lvl1pPr>
          </a:lstStyle>
          <a:p>
            <a:pPr lvl="0"/>
            <a:r>
              <a:rPr lang="en-US" dirty="0" err="1"/>
              <a:t>Títulos</a:t>
            </a:r>
            <a:endParaRPr lang="pt-B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01A97-8375-E99C-DC4E-253E028C26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92798" y="376332"/>
            <a:ext cx="5610225" cy="474295"/>
          </a:xfrm>
          <a:prstGeom prst="rect">
            <a:avLst/>
          </a:prstGeom>
        </p:spPr>
        <p:txBody>
          <a:bodyPr lIns="0"/>
          <a:lstStyle>
            <a:lvl1pPr marL="0" indent="0" algn="l">
              <a:spcBef>
                <a:spcPts val="0"/>
              </a:spcBef>
              <a:buNone/>
              <a:defRPr lang="en-US" sz="2800" kern="1200" cap="all" baseline="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</a:pPr>
            <a:r>
              <a:rPr lang="en-US" dirty="0"/>
              <a:t>Nome do </a:t>
            </a:r>
            <a:r>
              <a:rPr lang="en-US" dirty="0" err="1"/>
              <a:t>fundo</a:t>
            </a:r>
            <a:endParaRPr lang="en-US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E317A482-852F-5D1B-C68C-1CE3A83157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6FC88C6B-48EA-DD45-F2EB-51DA668D56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1617785"/>
            <a:ext cx="11064240" cy="4545271"/>
          </a:xfrm>
          <a:prstGeom prst="rect">
            <a:avLst/>
          </a:prstGeom>
        </p:spPr>
        <p:txBody>
          <a:bodyPr anchor="ctr" anchorCtr="1"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08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fico_cinz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3">
            <a:extLst>
              <a:ext uri="{FF2B5EF4-FFF2-40B4-BE49-F238E27FC236}">
                <a16:creationId xmlns:a16="http://schemas.microsoft.com/office/drawing/2014/main" id="{CEE440B2-F2B1-7C4D-11E8-8BB75EDFB806}"/>
              </a:ext>
            </a:extLst>
          </p:cNvPr>
          <p:cNvSpPr/>
          <p:nvPr userDrawn="1"/>
        </p:nvSpPr>
        <p:spPr>
          <a:xfrm>
            <a:off x="0" y="0"/>
            <a:ext cx="12192000" cy="1436914"/>
          </a:xfrm>
          <a:prstGeom prst="rect">
            <a:avLst/>
          </a:prstGeom>
          <a:solidFill>
            <a:srgbClr val="9A7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15" name="Colchete Duplo 1">
            <a:extLst>
              <a:ext uri="{FF2B5EF4-FFF2-40B4-BE49-F238E27FC236}">
                <a16:creationId xmlns:a16="http://schemas.microsoft.com/office/drawing/2014/main" id="{357B4008-CFAE-6949-C295-83F6FEECFFCD}"/>
              </a:ext>
            </a:extLst>
          </p:cNvPr>
          <p:cNvSpPr/>
          <p:nvPr userDrawn="1"/>
        </p:nvSpPr>
        <p:spPr>
          <a:xfrm rot="5400000">
            <a:off x="566983" y="1705548"/>
            <a:ext cx="538631" cy="600092"/>
          </a:xfrm>
          <a:prstGeom prst="bracketPair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tângulo 9">
            <a:extLst>
              <a:ext uri="{FF2B5EF4-FFF2-40B4-BE49-F238E27FC236}">
                <a16:creationId xmlns:a16="http://schemas.microsoft.com/office/drawing/2014/main" id="{4FE8910B-22F1-8A47-5823-00E111D10734}"/>
              </a:ext>
            </a:extLst>
          </p:cNvPr>
          <p:cNvSpPr/>
          <p:nvPr userDrawn="1"/>
        </p:nvSpPr>
        <p:spPr>
          <a:xfrm>
            <a:off x="5838093" y="1"/>
            <a:ext cx="1925234" cy="1643262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97000"/>
                      </a14:imgEffect>
                      <a14:imgEffect>
                        <a14:colorTemperature colorTemp="11500"/>
                      </a14:imgEffect>
                      <a14:imgEffect>
                        <a14:saturation sat="377000"/>
                      </a14:imgEffect>
                      <a14:imgEffect>
                        <a14:brightnessContrast bright="86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C4020-F4FB-1E64-7ED2-EA6AB5159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249" y="743076"/>
            <a:ext cx="6967728" cy="68825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000" cap="all" spc="30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CEB4D8-BADC-0D01-AE7F-46DE4F6EDB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251" y="1842016"/>
            <a:ext cx="6370575" cy="355600"/>
          </a:xfrm>
          <a:prstGeom prst="rect">
            <a:avLst/>
          </a:prstGeom>
        </p:spPr>
        <p:txBody>
          <a:bodyPr lIns="36576" tIns="9144" rIns="36576" bIns="9144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200" spc="-50" baseline="0">
                <a:latin typeface="+mn-lt"/>
              </a:defRPr>
            </a:lvl1pPr>
          </a:lstStyle>
          <a:p>
            <a:pPr lvl="0"/>
            <a:r>
              <a:rPr lang="pt-BR" noProof="0" dirty="0"/>
              <a:t>Título do gráfico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7802F-0D7A-A3B1-5ACE-936D9A302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91272" y="704088"/>
            <a:ext cx="2935224" cy="621792"/>
          </a:xfrm>
          <a:prstGeom prst="rect">
            <a:avLst/>
          </a:prstGeom>
        </p:spPr>
        <p:txBody>
          <a:bodyPr lIns="36576" tIns="36576" rIns="36576" bIns="36576" anchor="b" anchorCtr="0"/>
          <a:lstStyle>
            <a:lvl1pPr marL="0" indent="0">
              <a:buNone/>
              <a:defRPr sz="1400"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Lorem ipsum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7EC10C1-436D-C6DF-658B-F73B7BCEA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414016"/>
            <a:ext cx="11064240" cy="3749040"/>
          </a:xfrm>
          <a:prstGeom prst="rect">
            <a:avLst/>
          </a:prstGeom>
        </p:spPr>
        <p:txBody>
          <a:bodyPr anchor="ctr" anchorCtr="1"/>
          <a:lstStyle/>
          <a:p>
            <a:endParaRPr lang="pt-BR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B0C12DB0-B426-4224-E887-8AC5EE1338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31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fico_azul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30">
            <a:extLst>
              <a:ext uri="{FF2B5EF4-FFF2-40B4-BE49-F238E27FC236}">
                <a16:creationId xmlns:a16="http://schemas.microsoft.com/office/drawing/2014/main" id="{9A161FB9-4D8F-B54E-FBFA-52C61346A040}"/>
              </a:ext>
            </a:extLst>
          </p:cNvPr>
          <p:cNvSpPr/>
          <p:nvPr userDrawn="1"/>
        </p:nvSpPr>
        <p:spPr>
          <a:xfrm>
            <a:off x="1" y="7402"/>
            <a:ext cx="12191999" cy="1393372"/>
          </a:xfrm>
          <a:prstGeom prst="rect">
            <a:avLst/>
          </a:prstGeom>
          <a:gradFill flip="none" rotWithShape="1">
            <a:gsLst>
              <a:gs pos="7000">
                <a:srgbClr val="000000"/>
              </a:gs>
              <a:gs pos="70000">
                <a:srgbClr val="41005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olchete Duplo 1">
            <a:extLst>
              <a:ext uri="{FF2B5EF4-FFF2-40B4-BE49-F238E27FC236}">
                <a16:creationId xmlns:a16="http://schemas.microsoft.com/office/drawing/2014/main" id="{357B4008-CFAE-6949-C295-83F6FEECFFCD}"/>
              </a:ext>
            </a:extLst>
          </p:cNvPr>
          <p:cNvSpPr/>
          <p:nvPr userDrawn="1"/>
        </p:nvSpPr>
        <p:spPr>
          <a:xfrm rot="5400000">
            <a:off x="566983" y="1705548"/>
            <a:ext cx="538631" cy="600092"/>
          </a:xfrm>
          <a:prstGeom prst="bracketPair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C4020-F4FB-1E64-7ED2-EA6AB5159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249" y="743076"/>
            <a:ext cx="6967728" cy="68825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00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CEB4D8-BADC-0D01-AE7F-46DE4F6EDB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251" y="1842016"/>
            <a:ext cx="6370575" cy="355600"/>
          </a:xfrm>
          <a:prstGeom prst="rect">
            <a:avLst/>
          </a:prstGeom>
        </p:spPr>
        <p:txBody>
          <a:bodyPr lIns="36576" tIns="9144" rIns="36576" bIns="9144" anchor="ctr"/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200" spc="-50" baseline="0">
                <a:latin typeface="+mn-lt"/>
              </a:defRPr>
            </a:lvl1pPr>
          </a:lstStyle>
          <a:p>
            <a:pPr lvl="0"/>
            <a:r>
              <a:rPr lang="pt-BR" noProof="0" dirty="0"/>
              <a:t>Título do gráfico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7802F-0D7A-A3B1-5ACE-936D9A302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91272" y="704088"/>
            <a:ext cx="2935224" cy="621792"/>
          </a:xfrm>
          <a:prstGeom prst="rect">
            <a:avLst/>
          </a:prstGeom>
        </p:spPr>
        <p:txBody>
          <a:bodyPr lIns="36576" tIns="36576" rIns="36576" bIns="36576" anchor="b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0000"/>
              </a:lnSpc>
            </a:pP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Lorem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ipsum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dolor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sit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amet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,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consectetuer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adipiscing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et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congue</a:t>
            </a:r>
            <a:r>
              <a:rPr lang="pt-BR" sz="1400" dirty="0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 err="1">
                <a:solidFill>
                  <a:schemeClr val="bg1"/>
                </a:solidFill>
                <a:latin typeface="Bodoni MT" panose="02070603080606020203" pitchFamily="18" charset="0"/>
                <a:cs typeface="Times New Roman" panose="02020603050405020304" pitchFamily="18" charset="0"/>
              </a:rPr>
              <a:t>avec</a:t>
            </a:r>
            <a:endParaRPr lang="pt-BR" sz="1400" dirty="0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7EC10C1-436D-C6DF-658B-F73B7BCEA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" y="2414016"/>
            <a:ext cx="11064240" cy="3749040"/>
          </a:xfrm>
          <a:prstGeom prst="rect">
            <a:avLst/>
          </a:prstGeom>
        </p:spPr>
        <p:txBody>
          <a:bodyPr anchor="ctr" anchorCtr="1"/>
          <a:lstStyle/>
          <a:p>
            <a:endParaRPr lang="pt-BR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8DA2E541-AC09-F5BC-5C56-AD7219A9FB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  <p:sp>
        <p:nvSpPr>
          <p:cNvPr id="8" name="Retângulo 9">
            <a:extLst>
              <a:ext uri="{FF2B5EF4-FFF2-40B4-BE49-F238E27FC236}">
                <a16:creationId xmlns:a16="http://schemas.microsoft.com/office/drawing/2014/main" id="{D2BA48E9-27A4-7B7F-1EA9-1A4B849209BC}"/>
              </a:ext>
            </a:extLst>
          </p:cNvPr>
          <p:cNvSpPr/>
          <p:nvPr userDrawn="1"/>
        </p:nvSpPr>
        <p:spPr>
          <a:xfrm>
            <a:off x="5838093" y="1"/>
            <a:ext cx="1925234" cy="1643262"/>
          </a:xfrm>
          <a:prstGeom prst="rect">
            <a:avLst/>
          </a:prstGeom>
          <a:blipFill dpi="0"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97000"/>
                      </a14:imgEffect>
                      <a14:imgEffect>
                        <a14:colorTemperature colorTemp="11500"/>
                      </a14:imgEffect>
                      <a14:imgEffect>
                        <a14:saturation sat="377000"/>
                      </a14:imgEffect>
                      <a14:imgEffect>
                        <a14:brightnessContrast bright="86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58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clo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E90BDB-D8AD-791E-EEF4-D38B866F43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5524" y="1030978"/>
            <a:ext cx="4904775" cy="305276"/>
          </a:xfrm>
          <a:prstGeom prst="rect">
            <a:avLst/>
          </a:prstGeom>
        </p:spPr>
        <p:txBody>
          <a:bodyPr wrap="square" lIns="36576" tIns="36576" rIns="36576" bIns="36576">
            <a:spAutoFit/>
          </a:bodyPr>
          <a:lstStyle>
            <a:lvl1pPr marL="0" indent="0" algn="l">
              <a:buNone/>
              <a:defRPr lang="pt-BR" sz="1800" kern="1200" spc="-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noProof="0" dirty="0"/>
              <a:t>Subtítulo do slide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746A9F-C52C-A54F-0AB1-3A2B6B1EC2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1821" y="416950"/>
            <a:ext cx="2267712" cy="740664"/>
          </a:xfrm>
          <a:prstGeom prst="rect">
            <a:avLst/>
          </a:prstGeom>
        </p:spPr>
        <p:txBody>
          <a:bodyPr lIns="36576" tIns="36576" rIns="36576" bIns="36576" anchor="t" anchorCtr="0"/>
          <a:lstStyle>
            <a:lvl1pPr marL="0" indent="0">
              <a:buNone/>
              <a:defRPr sz="1200"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_Lorem ipsum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62E3406C-D65D-E597-138E-B4FDC2D9D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999" y="345417"/>
            <a:ext cx="5029200" cy="502920"/>
          </a:xfrm>
          <a:prstGeom prst="rect">
            <a:avLst/>
          </a:prstGeom>
        </p:spPr>
        <p:txBody>
          <a:bodyPr lIns="36576" tIns="36576" rIns="36576" bIns="36576" anchor="t" anchorCtr="0">
            <a:spAutoFit/>
          </a:bodyPr>
          <a:lstStyle>
            <a:lvl1pPr algn="l">
              <a:lnSpc>
                <a:spcPct val="100000"/>
              </a:lnSpc>
              <a:defRPr sz="2800" cap="all" spc="30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8" name="Retângulo 14">
            <a:extLst>
              <a:ext uri="{FF2B5EF4-FFF2-40B4-BE49-F238E27FC236}">
                <a16:creationId xmlns:a16="http://schemas.microsoft.com/office/drawing/2014/main" id="{07FBBD72-4D71-C4D1-7E43-43A7985C00F5}"/>
              </a:ext>
            </a:extLst>
          </p:cNvPr>
          <p:cNvSpPr/>
          <p:nvPr userDrawn="1"/>
        </p:nvSpPr>
        <p:spPr>
          <a:xfrm>
            <a:off x="1" y="0"/>
            <a:ext cx="239485" cy="6858000"/>
          </a:xfrm>
          <a:prstGeom prst="rect">
            <a:avLst/>
          </a:prstGeom>
          <a:gradFill flip="none" rotWithShape="1">
            <a:gsLst>
              <a:gs pos="7000">
                <a:srgbClr val="9A788F"/>
              </a:gs>
              <a:gs pos="94000">
                <a:srgbClr val="370F3B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4E8D66C-7E64-008C-8A03-5B4022CCCA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8808" y="418732"/>
            <a:ext cx="2267712" cy="740664"/>
          </a:xfrm>
          <a:prstGeom prst="rect">
            <a:avLst/>
          </a:prstGeom>
        </p:spPr>
        <p:txBody>
          <a:bodyPr lIns="36576" tIns="36576" rIns="36576" bIns="36576" anchor="t" anchorCtr="0"/>
          <a:lstStyle>
            <a:lvl1pPr marL="0" indent="0">
              <a:buNone/>
              <a:defRPr sz="1200"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_Lorem ipsum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pic>
        <p:nvPicPr>
          <p:cNvPr id="11" name="Imagem 10" descr="Texto&#10;&#10;O conteúdo gerado por IA pode estar incorreto.">
            <a:extLst>
              <a:ext uri="{FF2B5EF4-FFF2-40B4-BE49-F238E27FC236}">
                <a16:creationId xmlns:a16="http://schemas.microsoft.com/office/drawing/2014/main" id="{1B91787F-2D1A-AB50-EF84-5B81CEFC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  <p:sp>
        <p:nvSpPr>
          <p:cNvPr id="12" name="Picture Placeholder 20">
            <a:extLst>
              <a:ext uri="{FF2B5EF4-FFF2-40B4-BE49-F238E27FC236}">
                <a16:creationId xmlns:a16="http://schemas.microsoft.com/office/drawing/2014/main" id="{8972F0E3-BB54-82D9-599D-70318779D3D9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57784" y="1975104"/>
            <a:ext cx="4800600" cy="48006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4" name="Colchete Duplo 10">
            <a:extLst>
              <a:ext uri="{FF2B5EF4-FFF2-40B4-BE49-F238E27FC236}">
                <a16:creationId xmlns:a16="http://schemas.microsoft.com/office/drawing/2014/main" id="{3A79BA3F-F68D-8B2D-1414-A596B433F906}"/>
              </a:ext>
            </a:extLst>
          </p:cNvPr>
          <p:cNvSpPr/>
          <p:nvPr userDrawn="1"/>
        </p:nvSpPr>
        <p:spPr>
          <a:xfrm rot="5400000">
            <a:off x="624418" y="1446141"/>
            <a:ext cx="458270" cy="591533"/>
          </a:xfrm>
          <a:prstGeom prst="bracketPair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 dirty="0">
              <a:solidFill>
                <a:srgbClr val="2C4257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EB7989F8-FC93-3353-9713-F00A8BD578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7784" y="1568926"/>
            <a:ext cx="4800600" cy="320088"/>
          </a:xfrm>
          <a:prstGeom prst="rect">
            <a:avLst/>
          </a:prstGeom>
        </p:spPr>
        <p:txBody>
          <a:bodyPr wrap="square" lIns="36576" tIns="36576" rIns="36576" bIns="36576" anchor="b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 spc="-50" baseline="0">
                <a:latin typeface="+mn-lt"/>
              </a:defRPr>
            </a:lvl1pPr>
          </a:lstStyle>
          <a:p>
            <a:pPr lvl="0"/>
            <a:r>
              <a:rPr lang="pt-BR" noProof="0" dirty="0"/>
              <a:t>Título do gráfico</a:t>
            </a:r>
          </a:p>
        </p:txBody>
      </p:sp>
      <p:sp>
        <p:nvSpPr>
          <p:cNvPr id="16" name="Picture Placeholder 20">
            <a:extLst>
              <a:ext uri="{FF2B5EF4-FFF2-40B4-BE49-F238E27FC236}">
                <a16:creationId xmlns:a16="http://schemas.microsoft.com/office/drawing/2014/main" id="{283BB625-1A5F-FF44-3B90-15D85CBA4DC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096000" y="1975104"/>
            <a:ext cx="4800600" cy="48006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3B261B05-A88E-8401-1D39-AA677EDFF63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563476"/>
            <a:ext cx="4800600" cy="320400"/>
          </a:xfrm>
          <a:prstGeom prst="rect">
            <a:avLst/>
          </a:prstGeom>
        </p:spPr>
        <p:txBody>
          <a:bodyPr wrap="square" lIns="36576" tIns="36576" rIns="36576" bIns="36576" anchor="b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 spc="-50" baseline="0">
                <a:latin typeface="+mn-lt"/>
              </a:defRPr>
            </a:lvl1pPr>
          </a:lstStyle>
          <a:p>
            <a:pPr lvl="0"/>
            <a:r>
              <a:rPr lang="pt-BR" noProof="0" dirty="0"/>
              <a:t>Título do gráfico</a:t>
            </a:r>
          </a:p>
        </p:txBody>
      </p:sp>
      <p:sp>
        <p:nvSpPr>
          <p:cNvPr id="20" name="Colchete Duplo 10">
            <a:extLst>
              <a:ext uri="{FF2B5EF4-FFF2-40B4-BE49-F238E27FC236}">
                <a16:creationId xmlns:a16="http://schemas.microsoft.com/office/drawing/2014/main" id="{264E9DEF-BE3E-DF19-7BF3-3CCFBEA0A829}"/>
              </a:ext>
            </a:extLst>
          </p:cNvPr>
          <p:cNvSpPr/>
          <p:nvPr userDrawn="1"/>
        </p:nvSpPr>
        <p:spPr>
          <a:xfrm rot="5400000">
            <a:off x="6168951" y="1446142"/>
            <a:ext cx="458270" cy="591533"/>
          </a:xfrm>
          <a:prstGeom prst="bracketPair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 dirty="0">
              <a:solidFill>
                <a:srgbClr val="2C4257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Conector reto 15">
            <a:extLst>
              <a:ext uri="{FF2B5EF4-FFF2-40B4-BE49-F238E27FC236}">
                <a16:creationId xmlns:a16="http://schemas.microsoft.com/office/drawing/2014/main" id="{05A60DEE-973B-7986-84BF-DC3DCB8F1800}"/>
              </a:ext>
            </a:extLst>
          </p:cNvPr>
          <p:cNvCxnSpPr>
            <a:cxnSpLocks/>
          </p:cNvCxnSpPr>
          <p:nvPr userDrawn="1"/>
        </p:nvCxnSpPr>
        <p:spPr>
          <a:xfrm>
            <a:off x="5791200" y="1801586"/>
            <a:ext cx="0" cy="4528457"/>
          </a:xfrm>
          <a:prstGeom prst="line">
            <a:avLst/>
          </a:prstGeom>
          <a:ln w="127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977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c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8E90BDB-D8AD-791E-EEF4-D38B866F43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5524" y="1030978"/>
            <a:ext cx="4904775" cy="305276"/>
          </a:xfrm>
          <a:prstGeom prst="rect">
            <a:avLst/>
          </a:prstGeom>
        </p:spPr>
        <p:txBody>
          <a:bodyPr wrap="square" lIns="36576" tIns="36576" rIns="36576" bIns="36576">
            <a:spAutoFit/>
          </a:bodyPr>
          <a:lstStyle>
            <a:lvl1pPr marL="0" indent="0" algn="l">
              <a:buNone/>
              <a:defRPr lang="pt-BR" sz="1800" kern="1200" spc="-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pt-BR" noProof="0" dirty="0"/>
              <a:t>Subtítulo do slide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D2746A9F-C52C-A54F-0AB1-3A2B6B1EC2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141821" y="416950"/>
            <a:ext cx="2267712" cy="740664"/>
          </a:xfrm>
          <a:prstGeom prst="rect">
            <a:avLst/>
          </a:prstGeom>
        </p:spPr>
        <p:txBody>
          <a:bodyPr lIns="36576" tIns="36576" rIns="36576" bIns="36576" anchor="t" anchorCtr="0"/>
          <a:lstStyle>
            <a:lvl1pPr marL="0" indent="0">
              <a:buNone/>
              <a:defRPr sz="1200"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_Lorem ipsum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6F8B3D8-8F6F-7973-07F0-B92C87A9281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57784" y="1975104"/>
            <a:ext cx="4800600" cy="48006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8" name="Title 2">
            <a:extLst>
              <a:ext uri="{FF2B5EF4-FFF2-40B4-BE49-F238E27FC236}">
                <a16:creationId xmlns:a16="http://schemas.microsoft.com/office/drawing/2014/main" id="{62E3406C-D65D-E597-138E-B4FDC2D9D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999" y="345417"/>
            <a:ext cx="5029200" cy="502920"/>
          </a:xfrm>
          <a:prstGeom prst="rect">
            <a:avLst/>
          </a:prstGeom>
        </p:spPr>
        <p:txBody>
          <a:bodyPr lIns="36576" tIns="36576" rIns="36576" bIns="36576" anchor="t" anchorCtr="0">
            <a:spAutoFit/>
          </a:bodyPr>
          <a:lstStyle>
            <a:lvl1pPr algn="l">
              <a:lnSpc>
                <a:spcPct val="100000"/>
              </a:lnSpc>
              <a:defRPr sz="2800" cap="all" spc="30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4" name="Colchete Duplo 10">
            <a:extLst>
              <a:ext uri="{FF2B5EF4-FFF2-40B4-BE49-F238E27FC236}">
                <a16:creationId xmlns:a16="http://schemas.microsoft.com/office/drawing/2014/main" id="{FF7A799B-93CA-6EFF-519A-0C489163AC3F}"/>
              </a:ext>
            </a:extLst>
          </p:cNvPr>
          <p:cNvSpPr/>
          <p:nvPr userDrawn="1"/>
        </p:nvSpPr>
        <p:spPr>
          <a:xfrm rot="5400000">
            <a:off x="624418" y="1446141"/>
            <a:ext cx="458270" cy="591533"/>
          </a:xfrm>
          <a:prstGeom prst="bracketPair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 dirty="0">
              <a:solidFill>
                <a:srgbClr val="2C4257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tângulo 14">
            <a:extLst>
              <a:ext uri="{FF2B5EF4-FFF2-40B4-BE49-F238E27FC236}">
                <a16:creationId xmlns:a16="http://schemas.microsoft.com/office/drawing/2014/main" id="{07FBBD72-4D71-C4D1-7E43-43A7985C00F5}"/>
              </a:ext>
            </a:extLst>
          </p:cNvPr>
          <p:cNvSpPr/>
          <p:nvPr userDrawn="1"/>
        </p:nvSpPr>
        <p:spPr>
          <a:xfrm>
            <a:off x="1" y="0"/>
            <a:ext cx="239485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44000"/>
                      </a14:imgEffect>
                      <a14:imgEffect>
                        <a14:colorTemperature colorTemp="11500"/>
                      </a14:imgEffect>
                      <a14:imgEffect>
                        <a14:saturation sat="109000"/>
                      </a14:imgEffect>
                      <a14:imgEffect>
                        <a14:brightnessContrast bright="37000" contrast="-66000"/>
                      </a14:imgEffect>
                    </a14:imgLayer>
                  </a14:imgProps>
                </a:ext>
              </a:extLst>
            </a:blip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BDE1F9D-1F65-0DA8-B671-75DBB76BE4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7784" y="1568926"/>
            <a:ext cx="4800600" cy="320088"/>
          </a:xfrm>
          <a:prstGeom prst="rect">
            <a:avLst/>
          </a:prstGeom>
        </p:spPr>
        <p:txBody>
          <a:bodyPr wrap="square" lIns="36576" tIns="36576" rIns="36576" bIns="36576" anchor="b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 spc="-50" baseline="0">
                <a:latin typeface="+mn-lt"/>
              </a:defRPr>
            </a:lvl1pPr>
          </a:lstStyle>
          <a:p>
            <a:pPr lvl="0"/>
            <a:r>
              <a:rPr lang="pt-BR" noProof="0" dirty="0"/>
              <a:t>Título do gráfico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14E8D66C-7E64-008C-8A03-5B4022CCCA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28808" y="418732"/>
            <a:ext cx="2267712" cy="740664"/>
          </a:xfrm>
          <a:prstGeom prst="rect">
            <a:avLst/>
          </a:prstGeom>
        </p:spPr>
        <p:txBody>
          <a:bodyPr lIns="36576" tIns="36576" rIns="36576" bIns="36576" anchor="t" anchorCtr="0"/>
          <a:lstStyle>
            <a:lvl1pPr marL="0" indent="0">
              <a:buNone/>
              <a:defRPr sz="1200"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_Lorem ipsum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55F8C05C-862F-AD56-6DE1-B2DE94CFD7BD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096000" y="1975104"/>
            <a:ext cx="4800600" cy="480060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BFF9AE9-6988-6F6B-7798-92D4D738AC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1563476"/>
            <a:ext cx="4800600" cy="320400"/>
          </a:xfrm>
          <a:prstGeom prst="rect">
            <a:avLst/>
          </a:prstGeom>
        </p:spPr>
        <p:txBody>
          <a:bodyPr wrap="square" lIns="36576" tIns="36576" rIns="36576" bIns="36576" anchor="b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2000" spc="-50" baseline="0">
                <a:latin typeface="+mn-lt"/>
              </a:defRPr>
            </a:lvl1pPr>
          </a:lstStyle>
          <a:p>
            <a:pPr lvl="0"/>
            <a:r>
              <a:rPr lang="pt-BR" noProof="0" dirty="0"/>
              <a:t>Título do gráfico</a:t>
            </a:r>
          </a:p>
        </p:txBody>
      </p:sp>
      <p:pic>
        <p:nvPicPr>
          <p:cNvPr id="11" name="Imagem 10" descr="Texto&#10;&#10;O conteúdo gerado por IA pode estar incorreto.">
            <a:extLst>
              <a:ext uri="{FF2B5EF4-FFF2-40B4-BE49-F238E27FC236}">
                <a16:creationId xmlns:a16="http://schemas.microsoft.com/office/drawing/2014/main" id="{1B91787F-2D1A-AB50-EF84-5B81CEFC5A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  <p:sp>
        <p:nvSpPr>
          <p:cNvPr id="7" name="Colchete Duplo 10">
            <a:extLst>
              <a:ext uri="{FF2B5EF4-FFF2-40B4-BE49-F238E27FC236}">
                <a16:creationId xmlns:a16="http://schemas.microsoft.com/office/drawing/2014/main" id="{C557F3B4-03C9-4650-352A-5BB67177DA8D}"/>
              </a:ext>
            </a:extLst>
          </p:cNvPr>
          <p:cNvSpPr/>
          <p:nvPr userDrawn="1"/>
        </p:nvSpPr>
        <p:spPr>
          <a:xfrm rot="5400000">
            <a:off x="6168951" y="1446142"/>
            <a:ext cx="458270" cy="591533"/>
          </a:xfrm>
          <a:prstGeom prst="bracketPair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 dirty="0">
              <a:solidFill>
                <a:srgbClr val="2C4257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ector reto 15">
            <a:extLst>
              <a:ext uri="{FF2B5EF4-FFF2-40B4-BE49-F238E27FC236}">
                <a16:creationId xmlns:a16="http://schemas.microsoft.com/office/drawing/2014/main" id="{35F4C9BB-2077-14E1-2753-14B9209265C5}"/>
              </a:ext>
            </a:extLst>
          </p:cNvPr>
          <p:cNvCxnSpPr>
            <a:cxnSpLocks/>
          </p:cNvCxnSpPr>
          <p:nvPr userDrawn="1"/>
        </p:nvCxnSpPr>
        <p:spPr>
          <a:xfrm>
            <a:off x="5791200" y="1801586"/>
            <a:ext cx="0" cy="4528457"/>
          </a:xfrm>
          <a:prstGeom prst="line">
            <a:avLst/>
          </a:prstGeom>
          <a:ln w="127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6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_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1">
            <a:extLst>
              <a:ext uri="{FF2B5EF4-FFF2-40B4-BE49-F238E27FC236}">
                <a16:creationId xmlns:a16="http://schemas.microsoft.com/office/drawing/2014/main" id="{CC6C5502-D5F7-4708-9F3B-51098FD5BE1A}"/>
              </a:ext>
            </a:extLst>
          </p:cNvPr>
          <p:cNvSpPr/>
          <p:nvPr userDrawn="1"/>
        </p:nvSpPr>
        <p:spPr>
          <a:xfrm>
            <a:off x="7130143" y="0"/>
            <a:ext cx="5061857" cy="6858000"/>
          </a:xfrm>
          <a:prstGeom prst="rect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-58000"/>
                      </a14:imgEffect>
                      <a14:imgEffect>
                        <a14:colorTemperature colorTemp="8347"/>
                      </a14:imgEffect>
                      <a14:imgEffect>
                        <a14:saturation sat="205000"/>
                      </a14:imgEffect>
                      <a14:imgEffect>
                        <a14:brightnessContrast bright="31000" contrast="-48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grpSp>
        <p:nvGrpSpPr>
          <p:cNvPr id="27" name="Agrupar 8">
            <a:extLst>
              <a:ext uri="{FF2B5EF4-FFF2-40B4-BE49-F238E27FC236}">
                <a16:creationId xmlns:a16="http://schemas.microsoft.com/office/drawing/2014/main" id="{A8AD9E4E-E6B6-4BF8-96D1-4CC4464E0998}"/>
              </a:ext>
            </a:extLst>
          </p:cNvPr>
          <p:cNvGrpSpPr/>
          <p:nvPr userDrawn="1"/>
        </p:nvGrpSpPr>
        <p:grpSpPr>
          <a:xfrm rot="10800000">
            <a:off x="8130723" y="3795944"/>
            <a:ext cx="1617436" cy="62944"/>
            <a:chOff x="5665107" y="3613443"/>
            <a:chExt cx="2155557" cy="101658"/>
          </a:xfrm>
        </p:grpSpPr>
        <p:sp>
          <p:nvSpPr>
            <p:cNvPr id="38" name="Retângulo 9">
              <a:extLst>
                <a:ext uri="{FF2B5EF4-FFF2-40B4-BE49-F238E27FC236}">
                  <a16:creationId xmlns:a16="http://schemas.microsoft.com/office/drawing/2014/main" id="{3733302F-6AD7-4E67-8F44-AD24F1B3B8C9}"/>
                </a:ext>
              </a:extLst>
            </p:cNvPr>
            <p:cNvSpPr/>
            <p:nvPr userDrawn="1"/>
          </p:nvSpPr>
          <p:spPr>
            <a:xfrm>
              <a:off x="5665107" y="3613443"/>
              <a:ext cx="628256" cy="10165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Retângulo 10">
              <a:extLst>
                <a:ext uri="{FF2B5EF4-FFF2-40B4-BE49-F238E27FC236}">
                  <a16:creationId xmlns:a16="http://schemas.microsoft.com/office/drawing/2014/main" id="{2AD53BD7-C9B0-4055-8F71-FA1AEA9202D6}"/>
                </a:ext>
              </a:extLst>
            </p:cNvPr>
            <p:cNvSpPr/>
            <p:nvPr userDrawn="1"/>
          </p:nvSpPr>
          <p:spPr>
            <a:xfrm>
              <a:off x="6235728" y="3613443"/>
              <a:ext cx="628256" cy="10165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Retângulo 11">
              <a:extLst>
                <a:ext uri="{FF2B5EF4-FFF2-40B4-BE49-F238E27FC236}">
                  <a16:creationId xmlns:a16="http://schemas.microsoft.com/office/drawing/2014/main" id="{6D756363-341F-49ED-868A-FEC61B30B381}"/>
                </a:ext>
              </a:extLst>
            </p:cNvPr>
            <p:cNvSpPr/>
            <p:nvPr userDrawn="1"/>
          </p:nvSpPr>
          <p:spPr>
            <a:xfrm>
              <a:off x="6803517" y="3613443"/>
              <a:ext cx="1017147" cy="10165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9" name="Colchete Duplo 23">
            <a:extLst>
              <a:ext uri="{FF2B5EF4-FFF2-40B4-BE49-F238E27FC236}">
                <a16:creationId xmlns:a16="http://schemas.microsoft.com/office/drawing/2014/main" id="{3FB7AAA9-FE2E-4703-8810-2DCE5041CD1D}"/>
              </a:ext>
            </a:extLst>
          </p:cNvPr>
          <p:cNvSpPr/>
          <p:nvPr userDrawn="1"/>
        </p:nvSpPr>
        <p:spPr>
          <a:xfrm rot="5400000">
            <a:off x="566983" y="682573"/>
            <a:ext cx="538631" cy="600092"/>
          </a:xfrm>
          <a:prstGeom prst="bracketPair">
            <a:avLst>
              <a:gd name="adj" fmla="val 0"/>
            </a:avLst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>
              <a:solidFill>
                <a:srgbClr val="2C4257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Agrupar 25">
            <a:extLst>
              <a:ext uri="{FF2B5EF4-FFF2-40B4-BE49-F238E27FC236}">
                <a16:creationId xmlns:a16="http://schemas.microsoft.com/office/drawing/2014/main" id="{B075B08E-F273-4D17-B5BD-5E90B3C3E48C}"/>
              </a:ext>
            </a:extLst>
          </p:cNvPr>
          <p:cNvGrpSpPr/>
          <p:nvPr userDrawn="1"/>
        </p:nvGrpSpPr>
        <p:grpSpPr>
          <a:xfrm>
            <a:off x="8302746" y="3225416"/>
            <a:ext cx="389907" cy="393541"/>
            <a:chOff x="12590901" y="3867205"/>
            <a:chExt cx="511175" cy="515938"/>
          </a:xfrm>
        </p:grpSpPr>
        <p:sp>
          <p:nvSpPr>
            <p:cNvPr id="33" name="Line 707">
              <a:extLst>
                <a:ext uri="{FF2B5EF4-FFF2-40B4-BE49-F238E27FC236}">
                  <a16:creationId xmlns:a16="http://schemas.microsoft.com/office/drawing/2014/main" id="{9BF04B4B-6BB4-45B7-BF32-2F045A08727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2705201" y="3983092"/>
              <a:ext cx="141287" cy="142875"/>
            </a:xfrm>
            <a:prstGeom prst="line">
              <a:avLst/>
            </a:prstGeom>
            <a:noFill/>
            <a:ln w="12700" cap="rnd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4" name="Freeform 708">
              <a:extLst>
                <a:ext uri="{FF2B5EF4-FFF2-40B4-BE49-F238E27FC236}">
                  <a16:creationId xmlns:a16="http://schemas.microsoft.com/office/drawing/2014/main" id="{C30ABB2A-6BD2-4CDF-9CBB-67E21E5CBB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90901" y="3867205"/>
              <a:ext cx="114300" cy="115888"/>
            </a:xfrm>
            <a:custGeom>
              <a:avLst/>
              <a:gdLst>
                <a:gd name="T0" fmla="*/ 24 w 72"/>
                <a:gd name="T1" fmla="*/ 24 h 73"/>
                <a:gd name="T2" fmla="*/ 0 w 72"/>
                <a:gd name="T3" fmla="*/ 32 h 73"/>
                <a:gd name="T4" fmla="*/ 40 w 72"/>
                <a:gd name="T5" fmla="*/ 73 h 73"/>
                <a:gd name="T6" fmla="*/ 72 w 72"/>
                <a:gd name="T7" fmla="*/ 73 h 73"/>
                <a:gd name="T8" fmla="*/ 72 w 72"/>
                <a:gd name="T9" fmla="*/ 40 h 73"/>
                <a:gd name="T10" fmla="*/ 32 w 72"/>
                <a:gd name="T11" fmla="*/ 0 h 73"/>
                <a:gd name="T12" fmla="*/ 24 w 72"/>
                <a:gd name="T13" fmla="*/ 2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73">
                  <a:moveTo>
                    <a:pt x="24" y="24"/>
                  </a:moveTo>
                  <a:lnTo>
                    <a:pt x="0" y="32"/>
                  </a:lnTo>
                  <a:lnTo>
                    <a:pt x="40" y="73"/>
                  </a:lnTo>
                  <a:lnTo>
                    <a:pt x="72" y="73"/>
                  </a:lnTo>
                  <a:lnTo>
                    <a:pt x="72" y="40"/>
                  </a:lnTo>
                  <a:lnTo>
                    <a:pt x="32" y="0"/>
                  </a:lnTo>
                  <a:lnTo>
                    <a:pt x="24" y="24"/>
                  </a:lnTo>
                  <a:close/>
                </a:path>
              </a:pathLst>
            </a:custGeom>
            <a:noFill/>
            <a:ln w="12700" cap="rnd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5" name="Freeform 709">
              <a:extLst>
                <a:ext uri="{FF2B5EF4-FFF2-40B4-BE49-F238E27FC236}">
                  <a16:creationId xmlns:a16="http://schemas.microsoft.com/office/drawing/2014/main" id="{9FD82003-9A69-4D61-85FD-A0634CA60A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770288" y="4048180"/>
              <a:ext cx="152400" cy="153988"/>
            </a:xfrm>
            <a:custGeom>
              <a:avLst/>
              <a:gdLst>
                <a:gd name="T0" fmla="*/ 16 w 48"/>
                <a:gd name="T1" fmla="*/ 1 h 48"/>
                <a:gd name="T2" fmla="*/ 24 w 48"/>
                <a:gd name="T3" fmla="*/ 0 h 48"/>
                <a:gd name="T4" fmla="*/ 48 w 48"/>
                <a:gd name="T5" fmla="*/ 24 h 48"/>
                <a:gd name="T6" fmla="*/ 24 w 48"/>
                <a:gd name="T7" fmla="*/ 48 h 48"/>
                <a:gd name="T8" fmla="*/ 0 w 48"/>
                <a:gd name="T9" fmla="*/ 24 h 48"/>
                <a:gd name="T10" fmla="*/ 1 w 48"/>
                <a:gd name="T11" fmla="*/ 1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" h="48">
                  <a:moveTo>
                    <a:pt x="16" y="1"/>
                  </a:moveTo>
                  <a:cubicBezTo>
                    <a:pt x="19" y="0"/>
                    <a:pt x="21" y="0"/>
                    <a:pt x="24" y="0"/>
                  </a:cubicBezTo>
                  <a:cubicBezTo>
                    <a:pt x="37" y="0"/>
                    <a:pt x="48" y="11"/>
                    <a:pt x="48" y="24"/>
                  </a:cubicBezTo>
                  <a:cubicBezTo>
                    <a:pt x="48" y="37"/>
                    <a:pt x="37" y="48"/>
                    <a:pt x="24" y="48"/>
                  </a:cubicBezTo>
                  <a:cubicBezTo>
                    <a:pt x="11" y="48"/>
                    <a:pt x="0" y="37"/>
                    <a:pt x="0" y="24"/>
                  </a:cubicBezTo>
                  <a:cubicBezTo>
                    <a:pt x="0" y="21"/>
                    <a:pt x="0" y="19"/>
                    <a:pt x="1" y="16"/>
                  </a:cubicBezTo>
                </a:path>
              </a:pathLst>
            </a:custGeom>
            <a:noFill/>
            <a:ln w="12700" cap="rnd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6" name="Freeform 710">
              <a:extLst>
                <a:ext uri="{FF2B5EF4-FFF2-40B4-BE49-F238E27FC236}">
                  <a16:creationId xmlns:a16="http://schemas.microsoft.com/office/drawing/2014/main" id="{1D12865B-9C3D-4383-BB02-E2893503E7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679801" y="3957692"/>
              <a:ext cx="331787" cy="334963"/>
            </a:xfrm>
            <a:custGeom>
              <a:avLst/>
              <a:gdLst>
                <a:gd name="T0" fmla="*/ 24 w 104"/>
                <a:gd name="T1" fmla="*/ 8 h 104"/>
                <a:gd name="T2" fmla="*/ 52 w 104"/>
                <a:gd name="T3" fmla="*/ 0 h 104"/>
                <a:gd name="T4" fmla="*/ 104 w 104"/>
                <a:gd name="T5" fmla="*/ 52 h 104"/>
                <a:gd name="T6" fmla="*/ 52 w 104"/>
                <a:gd name="T7" fmla="*/ 104 h 104"/>
                <a:gd name="T8" fmla="*/ 0 w 104"/>
                <a:gd name="T9" fmla="*/ 52 h 104"/>
                <a:gd name="T10" fmla="*/ 8 w 104"/>
                <a:gd name="T11" fmla="*/ 2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04">
                  <a:moveTo>
                    <a:pt x="24" y="8"/>
                  </a:moveTo>
                  <a:cubicBezTo>
                    <a:pt x="32" y="3"/>
                    <a:pt x="42" y="0"/>
                    <a:pt x="52" y="0"/>
                  </a:cubicBezTo>
                  <a:cubicBezTo>
                    <a:pt x="81" y="0"/>
                    <a:pt x="104" y="23"/>
                    <a:pt x="104" y="52"/>
                  </a:cubicBezTo>
                  <a:cubicBezTo>
                    <a:pt x="104" y="81"/>
                    <a:pt x="81" y="104"/>
                    <a:pt x="52" y="104"/>
                  </a:cubicBezTo>
                  <a:cubicBezTo>
                    <a:pt x="23" y="104"/>
                    <a:pt x="0" y="81"/>
                    <a:pt x="0" y="52"/>
                  </a:cubicBezTo>
                  <a:cubicBezTo>
                    <a:pt x="0" y="42"/>
                    <a:pt x="3" y="32"/>
                    <a:pt x="8" y="24"/>
                  </a:cubicBezTo>
                </a:path>
              </a:pathLst>
            </a:custGeom>
            <a:noFill/>
            <a:ln w="12700" cap="rnd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7" name="Freeform 711">
              <a:extLst>
                <a:ext uri="{FF2B5EF4-FFF2-40B4-BE49-F238E27FC236}">
                  <a16:creationId xmlns:a16="http://schemas.microsoft.com/office/drawing/2014/main" id="{99A11B72-70ED-4BF6-9295-81723691C9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590901" y="3867205"/>
              <a:ext cx="511175" cy="515938"/>
            </a:xfrm>
            <a:custGeom>
              <a:avLst/>
              <a:gdLst>
                <a:gd name="T0" fmla="*/ 42 w 160"/>
                <a:gd name="T1" fmla="*/ 10 h 160"/>
                <a:gd name="T2" fmla="*/ 80 w 160"/>
                <a:gd name="T3" fmla="*/ 0 h 160"/>
                <a:gd name="T4" fmla="*/ 160 w 160"/>
                <a:gd name="T5" fmla="*/ 80 h 160"/>
                <a:gd name="T6" fmla="*/ 80 w 160"/>
                <a:gd name="T7" fmla="*/ 160 h 160"/>
                <a:gd name="T8" fmla="*/ 0 w 160"/>
                <a:gd name="T9" fmla="*/ 80 h 160"/>
                <a:gd name="T10" fmla="*/ 10 w 160"/>
                <a:gd name="T11" fmla="*/ 42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0" h="160">
                  <a:moveTo>
                    <a:pt x="42" y="10"/>
                  </a:moveTo>
                  <a:cubicBezTo>
                    <a:pt x="53" y="3"/>
                    <a:pt x="66" y="0"/>
                    <a:pt x="80" y="0"/>
                  </a:cubicBezTo>
                  <a:cubicBezTo>
                    <a:pt x="124" y="0"/>
                    <a:pt x="160" y="36"/>
                    <a:pt x="160" y="80"/>
                  </a:cubicBezTo>
                  <a:cubicBezTo>
                    <a:pt x="160" y="124"/>
                    <a:pt x="124" y="160"/>
                    <a:pt x="80" y="160"/>
                  </a:cubicBezTo>
                  <a:cubicBezTo>
                    <a:pt x="36" y="160"/>
                    <a:pt x="0" y="124"/>
                    <a:pt x="0" y="80"/>
                  </a:cubicBezTo>
                  <a:cubicBezTo>
                    <a:pt x="0" y="66"/>
                    <a:pt x="3" y="53"/>
                    <a:pt x="10" y="42"/>
                  </a:cubicBezTo>
                </a:path>
              </a:pathLst>
            </a:custGeom>
            <a:noFill/>
            <a:ln w="12700" cap="rnd">
              <a:solidFill>
                <a:schemeClr val="accent5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pt-BR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669EEBE7-BD4A-9F5C-D986-37DCD1EFE2A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624" y="1088136"/>
            <a:ext cx="6172200" cy="427024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3CFCEBE2-A7D9-2EA4-3527-45CC187279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6574" y="797484"/>
            <a:ext cx="4984331" cy="382092"/>
          </a:xfrm>
          <a:prstGeom prst="rect">
            <a:avLst/>
          </a:prstGeom>
        </p:spPr>
        <p:txBody>
          <a:bodyPr wrap="square" lIns="36576" tIns="36576" rIns="36576" bIns="36576" anchor="b" anchorCtr="0">
            <a:spAutoFit/>
          </a:bodyPr>
          <a:lstStyle>
            <a:lvl1pPr marL="0" indent="0">
              <a:buNone/>
              <a:defRPr>
                <a:latin typeface="+mn-lt"/>
              </a:defRPr>
            </a:lvl1pPr>
          </a:lstStyle>
          <a:p>
            <a:pPr lvl="0"/>
            <a:r>
              <a:rPr lang="en-US" dirty="0" err="1"/>
              <a:t>Título</a:t>
            </a:r>
            <a:r>
              <a:rPr lang="en-US" dirty="0"/>
              <a:t> do </a:t>
            </a:r>
            <a:r>
              <a:rPr lang="en-US" dirty="0" err="1"/>
              <a:t>gráfico</a:t>
            </a:r>
            <a:endParaRPr lang="en-US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9C6A883D-A0E5-F0CF-DCFE-8D8240359D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92440" y="4151376"/>
            <a:ext cx="2295144" cy="2112264"/>
          </a:xfrm>
          <a:prstGeom prst="rect">
            <a:avLst/>
          </a:prstGeom>
        </p:spPr>
        <p:txBody>
          <a:bodyPr lIns="36576" tIns="36576" rIns="36576" bIns="36576" anchor="b" anchorCtr="0"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buNone/>
              <a:defRPr lang="en-US" sz="1200" kern="1200" spc="0" baseline="0" dirty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1pPr>
            <a:lvl2pPr marL="0" algn="l" defTabSz="914400" rtl="0" eaLnBrk="1" latinLnBrk="0" hangingPunct="1">
              <a:lnSpc>
                <a:spcPct val="85000"/>
              </a:lnSpc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2pPr>
            <a:lvl3pPr marL="0" algn="l" defTabSz="914400" rtl="0" eaLnBrk="1" latinLnBrk="0" hangingPunct="1">
              <a:lnSpc>
                <a:spcPct val="85000"/>
              </a:lnSpc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3pPr>
            <a:lvl4pPr marL="0" algn="l" defTabSz="914400" rtl="0" eaLnBrk="1" latinLnBrk="0" hangingPunct="1">
              <a:lnSpc>
                <a:spcPct val="85000"/>
              </a:lnSpc>
              <a:defRPr lang="en-US" sz="1200" kern="1200" dirty="0" smtClean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4pPr>
            <a:lvl5pPr marL="0" algn="l" defTabSz="914400" rtl="0" eaLnBrk="1" latinLnBrk="0" hangingPunct="1">
              <a:lnSpc>
                <a:spcPct val="85000"/>
              </a:lnSpc>
              <a:defRPr lang="pt-BR" sz="1200" kern="1200" dirty="0">
                <a:solidFill>
                  <a:schemeClr val="bg1"/>
                </a:solidFill>
                <a:latin typeface="+mn-lt"/>
                <a:ea typeface="+mn-ea"/>
                <a:cs typeface="Times New Roman" panose="02020603050405020304" pitchFamily="18" charset="0"/>
              </a:defRPr>
            </a:lvl5pPr>
          </a:lstStyle>
          <a:p>
            <a:pPr>
              <a:lnSpc>
                <a:spcPct val="85000"/>
              </a:lnSpc>
            </a:pP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Lorem ipsum dolor sit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consectetuer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adipiscing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elit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porttitor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congue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massa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Fusce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posuere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, magna sed pulvinar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ultricies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purus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lectus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malesuada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libero, sit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amet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commodo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magna eros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quis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urna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85000"/>
              </a:lnSpc>
            </a:pPr>
            <a:endParaRPr lang="en-US" sz="1200" dirty="0">
              <a:solidFill>
                <a:schemeClr val="bg1"/>
              </a:solidFill>
              <a:cs typeface="Times New Roman" panose="02020603050405020304" pitchFamily="18" charset="0"/>
            </a:endParaRPr>
          </a:p>
          <a:p>
            <a:pPr>
              <a:lnSpc>
                <a:spcPct val="85000"/>
              </a:lnSpc>
            </a:pP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Pellentesque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habitant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morbi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tristique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senectus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et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netus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et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malesuada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fames ac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turpis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egestas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. Proin pharetra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nonummy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pede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.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Mauris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 et </a:t>
            </a:r>
            <a:r>
              <a:rPr lang="en-US" sz="1200" dirty="0" err="1">
                <a:solidFill>
                  <a:schemeClr val="bg1"/>
                </a:solidFill>
                <a:cs typeface="Times New Roman" panose="02020603050405020304" pitchFamily="18" charset="0"/>
              </a:rPr>
              <a:t>orci</a:t>
            </a:r>
            <a:r>
              <a:rPr lang="en-US" sz="1200" dirty="0">
                <a:solidFill>
                  <a:schemeClr val="bg1"/>
                </a:solidFill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Imagem 5" descr="Texto, Logotipo&#10;&#10;O conteúdo gerado por IA pode estar incorreto.">
            <a:extLst>
              <a:ext uri="{FF2B5EF4-FFF2-40B4-BE49-F238E27FC236}">
                <a16:creationId xmlns:a16="http://schemas.microsoft.com/office/drawing/2014/main" id="{6F0E4F88-2C6E-940F-9B53-2A7F25CEC85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444" y="6253200"/>
            <a:ext cx="1083556" cy="604800"/>
          </a:xfrm>
          <a:prstGeom prst="rect">
            <a:avLst/>
          </a:prstGeom>
        </p:spPr>
      </p:pic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3020F9EE-E396-7418-4F9F-3831245796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93075" y="612775"/>
            <a:ext cx="3014663" cy="12938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E4E4E4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pt-BR" dirty="0"/>
              <a:t>TÍTULO DO SLIDE</a:t>
            </a:r>
          </a:p>
        </p:txBody>
      </p:sp>
      <p:sp>
        <p:nvSpPr>
          <p:cNvPr id="10" name="Espaço Reservado para Texto 8">
            <a:extLst>
              <a:ext uri="{FF2B5EF4-FFF2-40B4-BE49-F238E27FC236}">
                <a16:creationId xmlns:a16="http://schemas.microsoft.com/office/drawing/2014/main" id="{7BF764F4-FAD5-EA32-B3C5-CDDC6AC9F1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92440" y="2146519"/>
            <a:ext cx="2793177" cy="10732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E4E4E4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pt-BR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0387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s_slide_gray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3">
            <a:extLst>
              <a:ext uri="{FF2B5EF4-FFF2-40B4-BE49-F238E27FC236}">
                <a16:creationId xmlns:a16="http://schemas.microsoft.com/office/drawing/2014/main" id="{CEE440B2-F2B1-7C4D-11E8-8BB75EDFB806}"/>
              </a:ext>
            </a:extLst>
          </p:cNvPr>
          <p:cNvSpPr/>
          <p:nvPr userDrawn="1"/>
        </p:nvSpPr>
        <p:spPr>
          <a:xfrm>
            <a:off x="0" y="0"/>
            <a:ext cx="12192000" cy="1436914"/>
          </a:xfrm>
          <a:prstGeom prst="rect">
            <a:avLst/>
          </a:prstGeom>
          <a:solidFill>
            <a:srgbClr val="9A7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C4020-F4FB-1E64-7ED2-EA6AB5159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249" y="743076"/>
            <a:ext cx="6967728" cy="68825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000" cap="all" spc="300" baseline="0"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7802F-0D7A-A3B1-5ACE-936D9A302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91272" y="704088"/>
            <a:ext cx="2935224" cy="621792"/>
          </a:xfrm>
          <a:prstGeom prst="rect">
            <a:avLst/>
          </a:prstGeom>
        </p:spPr>
        <p:txBody>
          <a:bodyPr lIns="36576" tIns="36576" rIns="36576" bIns="36576" anchor="b" anchorCtr="0"/>
          <a:lstStyle>
            <a:lvl1pPr marL="0" indent="0">
              <a:buNone/>
              <a:defRPr sz="1400"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Lorem ipsum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7EC10C1-436D-C6DF-658B-F73B7BCEA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31333"/>
            <a:ext cx="12188952" cy="4992624"/>
          </a:xfrm>
          <a:prstGeom prst="rect">
            <a:avLst/>
          </a:prstGeom>
        </p:spPr>
        <p:txBody>
          <a:bodyPr anchor="ctr" anchorCtr="1"/>
          <a:lstStyle/>
          <a:p>
            <a:endParaRPr lang="pt-BR"/>
          </a:p>
        </p:txBody>
      </p:sp>
      <p:pic>
        <p:nvPicPr>
          <p:cNvPr id="2" name="Imagem 1" descr="Texto&#10;&#10;O conteúdo gerado por IA pode estar incorreto.">
            <a:extLst>
              <a:ext uri="{FF2B5EF4-FFF2-40B4-BE49-F238E27FC236}">
                <a16:creationId xmlns:a16="http://schemas.microsoft.com/office/drawing/2014/main" id="{FE4A9806-3020-F184-1AA9-D520C22BA1F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  <p:sp>
        <p:nvSpPr>
          <p:cNvPr id="7" name="Retângulo 9">
            <a:extLst>
              <a:ext uri="{FF2B5EF4-FFF2-40B4-BE49-F238E27FC236}">
                <a16:creationId xmlns:a16="http://schemas.microsoft.com/office/drawing/2014/main" id="{C030F296-E0EC-B645-5640-6F12C686F2F6}"/>
              </a:ext>
            </a:extLst>
          </p:cNvPr>
          <p:cNvSpPr/>
          <p:nvPr userDrawn="1"/>
        </p:nvSpPr>
        <p:spPr>
          <a:xfrm>
            <a:off x="5838093" y="1"/>
            <a:ext cx="1925234" cy="1643262"/>
          </a:xfrm>
          <a:prstGeom prst="rect">
            <a:avLst/>
          </a:prstGeom>
          <a:blipFill dpi="0" rotWithShape="1">
            <a:blip r:embed="rId4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97000"/>
                      </a14:imgEffect>
                      <a14:imgEffect>
                        <a14:colorTemperature colorTemp="11500"/>
                      </a14:imgEffect>
                      <a14:imgEffect>
                        <a14:saturation sat="377000"/>
                      </a14:imgEffect>
                      <a14:imgEffect>
                        <a14:brightnessContrast bright="86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7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s_slide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30">
            <a:extLst>
              <a:ext uri="{FF2B5EF4-FFF2-40B4-BE49-F238E27FC236}">
                <a16:creationId xmlns:a16="http://schemas.microsoft.com/office/drawing/2014/main" id="{1F756AB7-0B0F-2071-EBEA-F922A6A84163}"/>
              </a:ext>
            </a:extLst>
          </p:cNvPr>
          <p:cNvSpPr/>
          <p:nvPr userDrawn="1"/>
        </p:nvSpPr>
        <p:spPr>
          <a:xfrm>
            <a:off x="1" y="7402"/>
            <a:ext cx="12191999" cy="1393372"/>
          </a:xfrm>
          <a:prstGeom prst="rect">
            <a:avLst/>
          </a:prstGeom>
          <a:gradFill flip="none" rotWithShape="1">
            <a:gsLst>
              <a:gs pos="7000">
                <a:srgbClr val="000000"/>
              </a:gs>
              <a:gs pos="70000">
                <a:srgbClr val="41005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4C4020-F4FB-1E64-7ED2-EA6AB5159D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8249" y="743076"/>
            <a:ext cx="6967728" cy="68825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100000"/>
              </a:lnSpc>
              <a:defRPr sz="4000" cap="all" spc="30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A7802F-0D7A-A3B1-5ACE-936D9A3029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91272" y="704088"/>
            <a:ext cx="2935224" cy="621792"/>
          </a:xfrm>
          <a:prstGeom prst="rect">
            <a:avLst/>
          </a:prstGeom>
        </p:spPr>
        <p:txBody>
          <a:bodyPr lIns="36576" tIns="36576" rIns="36576" bIns="36576" anchor="b" anchorCtr="0"/>
          <a:lstStyle>
            <a:lvl1pPr marL="0" indent="0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4pPr marL="1371600" indent="0">
              <a:buNone/>
              <a:defRPr/>
            </a:lvl4pPr>
          </a:lstStyle>
          <a:p>
            <a:pPr>
              <a:lnSpc>
                <a:spcPct val="85000"/>
              </a:lnSpc>
            </a:pP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Lorem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ipsuwm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dolor sit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amet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,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destaque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de </a:t>
            </a:r>
            <a:r>
              <a:rPr lang="en-US" sz="1400" b="1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corpo</a:t>
            </a:r>
            <a:r>
              <a:rPr lang="en-US" sz="1400" b="1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elit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Maecenas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porttitor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congue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605869"/>
                </a:solidFill>
                <a:cs typeface="Times New Roman" panose="02020603050405020304" pitchFamily="18" charset="0"/>
              </a:rPr>
              <a:t>massa</a:t>
            </a:r>
            <a:r>
              <a:rPr lang="en-US" sz="1400" dirty="0">
                <a:solidFill>
                  <a:srgbClr val="605869"/>
                </a:solidFill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7EC10C1-436D-C6DF-658B-F73B7BCEA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431333"/>
            <a:ext cx="12188952" cy="4992624"/>
          </a:xfrm>
          <a:prstGeom prst="rect">
            <a:avLst/>
          </a:prstGeom>
        </p:spPr>
        <p:txBody>
          <a:bodyPr anchor="ctr" anchorCtr="1"/>
          <a:lstStyle/>
          <a:p>
            <a:endParaRPr lang="pt-BR" dirty="0"/>
          </a:p>
        </p:txBody>
      </p:sp>
      <p:pic>
        <p:nvPicPr>
          <p:cNvPr id="6" name="Imagem 5" descr="Texto&#10;&#10;O conteúdo gerado por IA pode estar incorreto.">
            <a:extLst>
              <a:ext uri="{FF2B5EF4-FFF2-40B4-BE49-F238E27FC236}">
                <a16:creationId xmlns:a16="http://schemas.microsoft.com/office/drawing/2014/main" id="{12C28499-8CD7-4E20-E752-12547D283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08987" y="6253357"/>
            <a:ext cx="1083012" cy="604643"/>
          </a:xfrm>
          <a:prstGeom prst="rect">
            <a:avLst/>
          </a:prstGeom>
        </p:spPr>
      </p:pic>
      <p:sp>
        <p:nvSpPr>
          <p:cNvPr id="8" name="Retângulo 9">
            <a:extLst>
              <a:ext uri="{FF2B5EF4-FFF2-40B4-BE49-F238E27FC236}">
                <a16:creationId xmlns:a16="http://schemas.microsoft.com/office/drawing/2014/main" id="{435FE963-FBB4-A7FA-7B47-0A2ACE8BE544}"/>
              </a:ext>
            </a:extLst>
          </p:cNvPr>
          <p:cNvSpPr/>
          <p:nvPr userDrawn="1"/>
        </p:nvSpPr>
        <p:spPr>
          <a:xfrm>
            <a:off x="5838093" y="1"/>
            <a:ext cx="1925234" cy="1643262"/>
          </a:xfrm>
          <a:prstGeom prst="rect">
            <a:avLst/>
          </a:prstGeom>
          <a:blipFill dpi="0"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97000"/>
                      </a14:imgEffect>
                      <a14:imgEffect>
                        <a14:colorTemperature colorTemp="11500"/>
                      </a14:imgEffect>
                      <a14:imgEffect>
                        <a14:saturation sat="377000"/>
                      </a14:imgEffect>
                      <a14:imgEffect>
                        <a14:brightnessContrast bright="86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109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erformance_comp_bl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30">
            <a:extLst>
              <a:ext uri="{FF2B5EF4-FFF2-40B4-BE49-F238E27FC236}">
                <a16:creationId xmlns:a16="http://schemas.microsoft.com/office/drawing/2014/main" id="{CBC228E2-0EE3-4A0E-F0D2-D3B13B585FC5}"/>
              </a:ext>
            </a:extLst>
          </p:cNvPr>
          <p:cNvSpPr/>
          <p:nvPr userDrawn="1"/>
        </p:nvSpPr>
        <p:spPr>
          <a:xfrm>
            <a:off x="1" y="7402"/>
            <a:ext cx="12191999" cy="1393372"/>
          </a:xfrm>
          <a:prstGeom prst="rect">
            <a:avLst/>
          </a:prstGeom>
          <a:solidFill>
            <a:srgbClr val="9A78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lchete Duplo 1">
            <a:extLst>
              <a:ext uri="{FF2B5EF4-FFF2-40B4-BE49-F238E27FC236}">
                <a16:creationId xmlns:a16="http://schemas.microsoft.com/office/drawing/2014/main" id="{9D080B9A-2BC3-29A1-CD4E-1DE009D96812}"/>
              </a:ext>
            </a:extLst>
          </p:cNvPr>
          <p:cNvSpPr/>
          <p:nvPr userDrawn="1"/>
        </p:nvSpPr>
        <p:spPr>
          <a:xfrm rot="5400000">
            <a:off x="566983" y="1705548"/>
            <a:ext cx="538631" cy="600092"/>
          </a:xfrm>
          <a:prstGeom prst="bracketPair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2">
            <a:extLst>
              <a:ext uri="{FF2B5EF4-FFF2-40B4-BE49-F238E27FC236}">
                <a16:creationId xmlns:a16="http://schemas.microsoft.com/office/drawing/2014/main" id="{E0C1D389-18D7-B6E3-8AC7-102F45577F21}"/>
              </a:ext>
            </a:extLst>
          </p:cNvPr>
          <p:cNvSpPr/>
          <p:nvPr userDrawn="1"/>
        </p:nvSpPr>
        <p:spPr>
          <a:xfrm>
            <a:off x="536252" y="1842919"/>
            <a:ext cx="4081468" cy="355537"/>
          </a:xfrm>
          <a:prstGeom prst="rect">
            <a:avLst/>
          </a:prstGeom>
        </p:spPr>
        <p:txBody>
          <a:bodyPr wrap="square" lIns="36000" tIns="36000" rIns="36000" bIns="36000" anchor="b">
            <a:spAutoFit/>
          </a:bodyPr>
          <a:lstStyle/>
          <a:p>
            <a:pPr>
              <a:lnSpc>
                <a:spcPct val="80000"/>
              </a:lnSpc>
            </a:pPr>
            <a:r>
              <a:rPr lang="pt-BR" sz="2200" spc="-50" dirty="0">
                <a:latin typeface="+mn-lt"/>
                <a:cs typeface="Times New Roman" panose="02020603050405020304" pitchFamily="18" charset="0"/>
              </a:rPr>
              <a:t>Performance vs. indústria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489391E-3251-EF47-1283-C221A34AD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632" y="727901"/>
            <a:ext cx="6967728" cy="689420"/>
          </a:xfrm>
          <a:prstGeom prst="rect">
            <a:avLst/>
          </a:prstGeom>
        </p:spPr>
        <p:txBody>
          <a:bodyPr lIns="36576" tIns="36576" rIns="36576" bIns="36576" anchor="b" anchorCtr="0">
            <a:sp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402E62-3999-430D-FB15-AFD5CDBB7C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032" y="2157984"/>
            <a:ext cx="5568696" cy="40233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003D0E1-1137-C54A-B708-B86758C426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4224" y="2157413"/>
            <a:ext cx="5568696" cy="40233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Retângulo 9">
            <a:extLst>
              <a:ext uri="{FF2B5EF4-FFF2-40B4-BE49-F238E27FC236}">
                <a16:creationId xmlns:a16="http://schemas.microsoft.com/office/drawing/2014/main" id="{3AF76AF5-871D-5DE5-3C1C-B1B1A0C9F642}"/>
              </a:ext>
            </a:extLst>
          </p:cNvPr>
          <p:cNvSpPr/>
          <p:nvPr userDrawn="1"/>
        </p:nvSpPr>
        <p:spPr>
          <a:xfrm>
            <a:off x="5838093" y="1"/>
            <a:ext cx="1925234" cy="1643262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97000"/>
                      </a14:imgEffect>
                      <a14:imgEffect>
                        <a14:colorTemperature colorTemp="11500"/>
                      </a14:imgEffect>
                      <a14:imgEffect>
                        <a14:saturation sat="377000"/>
                      </a14:imgEffect>
                      <a14:imgEffect>
                        <a14:brightnessContrast bright="86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521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formance_comp_blue"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30">
            <a:extLst>
              <a:ext uri="{FF2B5EF4-FFF2-40B4-BE49-F238E27FC236}">
                <a16:creationId xmlns:a16="http://schemas.microsoft.com/office/drawing/2014/main" id="{CBC228E2-0EE3-4A0E-F0D2-D3B13B585FC5}"/>
              </a:ext>
            </a:extLst>
          </p:cNvPr>
          <p:cNvSpPr/>
          <p:nvPr userDrawn="1"/>
        </p:nvSpPr>
        <p:spPr>
          <a:xfrm>
            <a:off x="1" y="7402"/>
            <a:ext cx="12191999" cy="1393372"/>
          </a:xfrm>
          <a:prstGeom prst="rect">
            <a:avLst/>
          </a:prstGeom>
          <a:gradFill flip="none" rotWithShape="1">
            <a:gsLst>
              <a:gs pos="7000">
                <a:srgbClr val="000000"/>
              </a:gs>
              <a:gs pos="70000">
                <a:srgbClr val="41005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lchete Duplo 1">
            <a:extLst>
              <a:ext uri="{FF2B5EF4-FFF2-40B4-BE49-F238E27FC236}">
                <a16:creationId xmlns:a16="http://schemas.microsoft.com/office/drawing/2014/main" id="{9D080B9A-2BC3-29A1-CD4E-1DE009D96812}"/>
              </a:ext>
            </a:extLst>
          </p:cNvPr>
          <p:cNvSpPr/>
          <p:nvPr userDrawn="1"/>
        </p:nvSpPr>
        <p:spPr>
          <a:xfrm rot="5400000">
            <a:off x="566983" y="1705548"/>
            <a:ext cx="538631" cy="600092"/>
          </a:xfrm>
          <a:prstGeom prst="bracketPair">
            <a:avLst>
              <a:gd name="adj" fmla="val 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wrap="none" lIns="144000" rIns="72000" rtlCol="0" anchor="ctr"/>
          <a:lstStyle/>
          <a:p>
            <a:pPr>
              <a:lnSpc>
                <a:spcPct val="80000"/>
              </a:lnSpc>
              <a:tabLst>
                <a:tab pos="266700" algn="l"/>
              </a:tabLst>
            </a:pPr>
            <a:endParaRPr lang="pt-BR">
              <a:solidFill>
                <a:schemeClr val="bg1"/>
              </a:solidFill>
              <a:latin typeface="Bodoni MT" panose="020706030806060202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tângulo 2">
            <a:extLst>
              <a:ext uri="{FF2B5EF4-FFF2-40B4-BE49-F238E27FC236}">
                <a16:creationId xmlns:a16="http://schemas.microsoft.com/office/drawing/2014/main" id="{E0C1D389-18D7-B6E3-8AC7-102F45577F21}"/>
              </a:ext>
            </a:extLst>
          </p:cNvPr>
          <p:cNvSpPr/>
          <p:nvPr userDrawn="1"/>
        </p:nvSpPr>
        <p:spPr>
          <a:xfrm>
            <a:off x="536252" y="1842919"/>
            <a:ext cx="4081468" cy="355537"/>
          </a:xfrm>
          <a:prstGeom prst="rect">
            <a:avLst/>
          </a:prstGeom>
        </p:spPr>
        <p:txBody>
          <a:bodyPr wrap="square" lIns="36000" tIns="36000" rIns="36000" bIns="36000" anchor="b">
            <a:spAutoFit/>
          </a:bodyPr>
          <a:lstStyle/>
          <a:p>
            <a:pPr>
              <a:lnSpc>
                <a:spcPct val="80000"/>
              </a:lnSpc>
            </a:pPr>
            <a:r>
              <a:rPr lang="pt-BR" sz="2200" spc="-50" dirty="0">
                <a:latin typeface="+mn-lt"/>
                <a:cs typeface="Times New Roman" panose="02020603050405020304" pitchFamily="18" charset="0"/>
              </a:rPr>
              <a:t>Performance vs. indústria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489391E-3251-EF47-1283-C221A34AD8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4632" y="727901"/>
            <a:ext cx="6967728" cy="689420"/>
          </a:xfrm>
          <a:prstGeom prst="rect">
            <a:avLst/>
          </a:prstGeom>
        </p:spPr>
        <p:txBody>
          <a:bodyPr lIns="36576" tIns="36576" rIns="36576" bIns="36576" anchor="b" anchorCtr="0">
            <a:sp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TÍTULO DO SLIDE</a:t>
            </a:r>
            <a:endParaRPr lang="pt-BR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0402E62-3999-430D-FB15-AFD5CDBB7C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032" y="2157984"/>
            <a:ext cx="5568696" cy="40233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003D0E1-1137-C54A-B708-B86758C4262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64224" y="2157413"/>
            <a:ext cx="5568696" cy="4023360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106CD3A-8F48-B278-FE0A-6F7AC7ADD6F0}"/>
              </a:ext>
            </a:extLst>
          </p:cNvPr>
          <p:cNvSpPr/>
          <p:nvPr userDrawn="1"/>
        </p:nvSpPr>
        <p:spPr>
          <a:xfrm>
            <a:off x="5838093" y="1"/>
            <a:ext cx="1925234" cy="1643262"/>
          </a:xfrm>
          <a:prstGeom prst="rect">
            <a:avLst/>
          </a:prstGeom>
          <a:blipFill dpi="0" rotWithShape="1"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97000"/>
                      </a14:imgEffect>
                      <a14:imgEffect>
                        <a14:colorTemperature colorTemp="11500"/>
                      </a14:imgEffect>
                      <a14:imgEffect>
                        <a14:saturation sat="377000"/>
                      </a14:imgEffect>
                      <a14:imgEffect>
                        <a14:brightnessContrast bright="86000" contrast="100000"/>
                      </a14:imgEffect>
                    </a14:imgLayer>
                  </a14:imgProps>
                </a:ext>
              </a:extLst>
            </a:blip>
            <a:srcRect/>
            <a:stretch>
              <a:fillRect l="-50000" r="-5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45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>
            <a:extLst>
              <a:ext uri="{FF2B5EF4-FFF2-40B4-BE49-F238E27FC236}">
                <a16:creationId xmlns:a16="http://schemas.microsoft.com/office/drawing/2014/main" id="{D4BD058E-3C43-46E8-9CFB-030DC70F40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103082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6" imgW="425" imgH="424" progId="TCLayout.ActiveDocument.1">
                  <p:embed/>
                </p:oleObj>
              </mc:Choice>
              <mc:Fallback>
                <p:oleObj name="Slide do think-cell" r:id="rId16" imgW="425" imgH="424" progId="TCLayout.ActiveDocument.1">
                  <p:embed/>
                  <p:pic>
                    <p:nvPicPr>
                      <p:cNvPr id="2" name="Objeto 1" hidden="1">
                        <a:extLst>
                          <a:ext uri="{FF2B5EF4-FFF2-40B4-BE49-F238E27FC236}">
                            <a16:creationId xmlns:a16="http://schemas.microsoft.com/office/drawing/2014/main" id="{D4BD058E-3C43-46E8-9CFB-030DC70F40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2852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50" r:id="rId2"/>
    <p:sldLayoutId id="2147483739" r:id="rId3"/>
    <p:sldLayoutId id="2147483741" r:id="rId4"/>
    <p:sldLayoutId id="2147483718" r:id="rId5"/>
    <p:sldLayoutId id="2147483742" r:id="rId6"/>
    <p:sldLayoutId id="2147483663" r:id="rId7"/>
    <p:sldLayoutId id="2147483748" r:id="rId8"/>
    <p:sldLayoutId id="2147483732" r:id="rId9"/>
    <p:sldLayoutId id="2147483733" r:id="rId10"/>
    <p:sldLayoutId id="2147483736" r:id="rId11"/>
    <p:sldLayoutId id="2147483749" r:id="rId12"/>
    <p:sldLayoutId id="2147483734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pt-BR" sz="4000" kern="1200" spc="300" baseline="0" dirty="0">
          <a:solidFill>
            <a:schemeClr val="accent2"/>
          </a:solidFill>
          <a:latin typeface="Bodoni MT" panose="020706030806060202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200" kern="1200" spc="-50" baseline="0" dirty="0" smtClean="0">
          <a:solidFill>
            <a:schemeClr val="tx1"/>
          </a:solidFill>
          <a:latin typeface="Bodoni MT" panose="020706030806060202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Personalizada 1">
      <a:dk1>
        <a:srgbClr val="605869"/>
      </a:dk1>
      <a:lt1>
        <a:srgbClr val="FFFFFF"/>
      </a:lt1>
      <a:dk2>
        <a:srgbClr val="948794"/>
      </a:dk2>
      <a:lt2>
        <a:srgbClr val="FFFFFF"/>
      </a:lt2>
      <a:accent1>
        <a:srgbClr val="FEFEFE"/>
      </a:accent1>
      <a:accent2>
        <a:srgbClr val="171315"/>
      </a:accent2>
      <a:accent3>
        <a:srgbClr val="41005A"/>
      </a:accent3>
      <a:accent4>
        <a:srgbClr val="353233"/>
      </a:accent4>
      <a:accent5>
        <a:srgbClr val="B5B2B5"/>
      </a:accent5>
      <a:accent6>
        <a:srgbClr val="9A899F"/>
      </a:accent6>
      <a:hlink>
        <a:srgbClr val="43035C"/>
      </a:hlink>
      <a:folHlink>
        <a:srgbClr val="948794"/>
      </a:folHlink>
    </a:clrScheme>
    <a:fontScheme name="Etrnty">
      <a:majorFont>
        <a:latin typeface="Bodoni M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688f8c5-5f1b-4e88-8639-e89d4b7e0ea1">
      <UserInfo>
        <DisplayName>Marcelo Brisac | ETRNTY</DisplayName>
        <AccountId>88</AccountId>
        <AccountType/>
      </UserInfo>
    </SharedWithUsers>
    <lcf76f155ced4ddcb4097134ff3c332f xmlns="4d00a246-6058-497f-8699-d65b9fb0a5fb">
      <Terms xmlns="http://schemas.microsoft.com/office/infopath/2007/PartnerControls"/>
    </lcf76f155ced4ddcb4097134ff3c332f>
    <TaxCatchAll xmlns="8688f8c5-5f1b-4e88-8639-e89d4b7e0ea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7758FB599CC734598F8631DB1129685" ma:contentTypeVersion="14" ma:contentTypeDescription="Crie um novo documento." ma:contentTypeScope="" ma:versionID="845f05ae099b3c67b5c6a42c5bdbb3a7">
  <xsd:schema xmlns:xsd="http://www.w3.org/2001/XMLSchema" xmlns:xs="http://www.w3.org/2001/XMLSchema" xmlns:p="http://schemas.microsoft.com/office/2006/metadata/properties" xmlns:ns2="4d00a246-6058-497f-8699-d65b9fb0a5fb" xmlns:ns3="8688f8c5-5f1b-4e88-8639-e89d4b7e0ea1" targetNamespace="http://schemas.microsoft.com/office/2006/metadata/properties" ma:root="true" ma:fieldsID="9c244de731318768178cfbf5d764ab6d" ns2:_="" ns3:_="">
    <xsd:import namespace="4d00a246-6058-497f-8699-d65b9fb0a5fb"/>
    <xsd:import namespace="8688f8c5-5f1b-4e88-8639-e89d4b7e0ea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00a246-6058-497f-8699-d65b9fb0a5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2dd0c0c8-fe40-44a1-a2b7-386115075b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88f8c5-5f1b-4e88-8639-e89d4b7e0ea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47787ec9-515d-42cc-ab4b-82edfa16dcd4}" ma:internalName="TaxCatchAll" ma:showField="CatchAllData" ma:web="8688f8c5-5f1b-4e88-8639-e89d4b7e0ea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F4EE5F-FFB3-48F2-9F2A-2A566C7A8588}">
  <ds:schemaRefs>
    <ds:schemaRef ds:uri="http://schemas.microsoft.com/office/2006/metadata/properties"/>
    <ds:schemaRef ds:uri="http://schemas.microsoft.com/office/infopath/2007/PartnerControls"/>
    <ds:schemaRef ds:uri="8688f8c5-5f1b-4e88-8639-e89d4b7e0ea1"/>
    <ds:schemaRef ds:uri="4d00a246-6058-497f-8699-d65b9fb0a5fb"/>
  </ds:schemaRefs>
</ds:datastoreItem>
</file>

<file path=customXml/itemProps2.xml><?xml version="1.0" encoding="utf-8"?>
<ds:datastoreItem xmlns:ds="http://schemas.openxmlformats.org/officeDocument/2006/customXml" ds:itemID="{6B0A9CDD-FABB-44BC-8B66-A9FC4D8292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45B5D9F-8F41-48FA-A251-40AE586BF0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00a246-6058-497f-8699-d65b9fb0a5fb"/>
    <ds:schemaRef ds:uri="8688f8c5-5f1b-4e88-8639-e89d4b7e0ea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7334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0</vt:i4>
      </vt:variant>
    </vt:vector>
  </HeadingPairs>
  <TitlesOfParts>
    <vt:vector size="7" baseType="lpstr">
      <vt:lpstr>Arial</vt:lpstr>
      <vt:lpstr>Bodoni MT</vt:lpstr>
      <vt:lpstr>Calibri</vt:lpstr>
      <vt:lpstr>Consolas</vt:lpstr>
      <vt:lpstr>Times New Roman</vt:lpstr>
      <vt:lpstr>Tema do Office</vt:lpstr>
      <vt:lpstr>Slide do think-cell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Evandro Luiz</dc:creator>
  <cp:lastModifiedBy>Gustavo Oliveira</cp:lastModifiedBy>
  <cp:revision>577</cp:revision>
  <dcterms:created xsi:type="dcterms:W3CDTF">2019-02-05T16:53:48Z</dcterms:created>
  <dcterms:modified xsi:type="dcterms:W3CDTF">2025-03-26T20:13:15Z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0x01010027758FB599CC734598F8631DB1129685</vt:lpwstr>
  </property>
  <property fmtid="{D5CDD505-2E9C-101B-9397-08002B2CF9AE}" pid="3" name="MediaServiceImageTags">
    <vt:lpwstr/>
  </property>
</Properties>
</file>